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F1F5"/>
    <a:srgbClr val="FBEDE1"/>
    <a:srgbClr val="FBEFE1"/>
    <a:srgbClr val="FFFFFF"/>
    <a:srgbClr val="FFA500"/>
    <a:srgbClr val="808080"/>
    <a:srgbClr val="FFFFE0"/>
    <a:srgbClr val="6161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77" d="100"/>
          <a:sy n="77" d="100"/>
        </p:scale>
        <p:origin x="22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1827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8653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21841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58257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1170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4406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523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47583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78056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87177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55014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2026/4/6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3094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矩形 47">
            <a:extLst>
              <a:ext uri="{FF2B5EF4-FFF2-40B4-BE49-F238E27FC236}">
                <a16:creationId xmlns:a16="http://schemas.microsoft.com/office/drawing/2014/main" id="{C0D93E2F-2437-C1A9-FE1B-666C2BE227C1}"/>
              </a:ext>
            </a:extLst>
          </p:cNvPr>
          <p:cNvSpPr/>
          <p:nvPr/>
        </p:nvSpPr>
        <p:spPr>
          <a:xfrm>
            <a:off x="7860129" y="534853"/>
            <a:ext cx="4272324" cy="6320385"/>
          </a:xfrm>
          <a:prstGeom prst="rect">
            <a:avLst/>
          </a:prstGeom>
          <a:solidFill>
            <a:srgbClr val="E6F1F5"/>
          </a:solidFill>
          <a:ln>
            <a:noFill/>
          </a:ln>
          <a:effectLst>
            <a:outerShdw blurRad="50800" dist="50800" dir="5400000" algn="ctr" rotWithShape="0">
              <a:srgbClr val="E6F1F5"/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800" b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7B967BFF-340F-614D-E3CF-7B32A2698136}"/>
              </a:ext>
            </a:extLst>
          </p:cNvPr>
          <p:cNvSpPr/>
          <p:nvPr/>
        </p:nvSpPr>
        <p:spPr>
          <a:xfrm>
            <a:off x="45593" y="537611"/>
            <a:ext cx="4064561" cy="6314871"/>
          </a:xfrm>
          <a:prstGeom prst="rect">
            <a:avLst/>
          </a:prstGeom>
          <a:solidFill>
            <a:srgbClr val="FBEDE1"/>
          </a:solidFill>
          <a:ln>
            <a:solidFill>
              <a:schemeClr val="bg1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940492B-935B-1E75-BA26-4106166EAB45}"/>
              </a:ext>
            </a:extLst>
          </p:cNvPr>
          <p:cNvSpPr/>
          <p:nvPr/>
        </p:nvSpPr>
        <p:spPr>
          <a:xfrm>
            <a:off x="4087781" y="537612"/>
            <a:ext cx="3793475" cy="6320388"/>
          </a:xfrm>
          <a:prstGeom prst="rect">
            <a:avLst/>
          </a:prstGeom>
          <a:solidFill>
            <a:srgbClr val="E6F1F5"/>
          </a:solidFill>
          <a:ln>
            <a:solidFill>
              <a:schemeClr val="bg1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E44E67B1-FFB5-E59C-8378-46A07B02D2BD}"/>
              </a:ext>
            </a:extLst>
          </p:cNvPr>
          <p:cNvCxnSpPr>
            <a:cxnSpLocks/>
          </p:cNvCxnSpPr>
          <p:nvPr/>
        </p:nvCxnSpPr>
        <p:spPr>
          <a:xfrm flipH="1">
            <a:off x="45593" y="3134916"/>
            <a:ext cx="7714324" cy="0"/>
          </a:xfrm>
          <a:prstGeom prst="line">
            <a:avLst/>
          </a:prstGeom>
          <a:ln>
            <a:prstDash val="dash"/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7327186D-53EC-4CEB-413E-628E5B3BE007}"/>
              </a:ext>
            </a:extLst>
          </p:cNvPr>
          <p:cNvCxnSpPr>
            <a:cxnSpLocks/>
          </p:cNvCxnSpPr>
          <p:nvPr/>
        </p:nvCxnSpPr>
        <p:spPr>
          <a:xfrm flipV="1">
            <a:off x="7890548" y="510922"/>
            <a:ext cx="0" cy="6395325"/>
          </a:xfrm>
          <a:prstGeom prst="line">
            <a:avLst/>
          </a:prstGeom>
          <a:ln>
            <a:prstDash val="dash"/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1" name="图片 10">
            <a:extLst>
              <a:ext uri="{FF2B5EF4-FFF2-40B4-BE49-F238E27FC236}">
                <a16:creationId xmlns:a16="http://schemas.microsoft.com/office/drawing/2014/main" id="{C3694594-3B50-4A9F-FDCA-271EE9C2A32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36" y="991513"/>
            <a:ext cx="442495" cy="442495"/>
          </a:xfrm>
          <a:prstGeom prst="rect">
            <a:avLst/>
          </a:prstGeom>
        </p:spPr>
      </p:pic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B997537F-2FEA-EF95-30D6-ADE424D4C37F}"/>
              </a:ext>
            </a:extLst>
          </p:cNvPr>
          <p:cNvCxnSpPr>
            <a:cxnSpLocks/>
          </p:cNvCxnSpPr>
          <p:nvPr/>
        </p:nvCxnSpPr>
        <p:spPr>
          <a:xfrm flipV="1">
            <a:off x="4080342" y="510922"/>
            <a:ext cx="32165" cy="6347078"/>
          </a:xfrm>
          <a:prstGeom prst="line">
            <a:avLst/>
          </a:prstGeom>
          <a:ln>
            <a:prstDash val="dash"/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2" name="图片 21">
            <a:extLst>
              <a:ext uri="{FF2B5EF4-FFF2-40B4-BE49-F238E27FC236}">
                <a16:creationId xmlns:a16="http://schemas.microsoft.com/office/drawing/2014/main" id="{737BA42D-C786-8F73-FD4A-75BF27C01A6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606" y="1398882"/>
            <a:ext cx="658712" cy="658712"/>
          </a:xfrm>
          <a:prstGeom prst="rect">
            <a:avLst/>
          </a:prstGeom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2E32B3CA-2385-3A26-E3C4-949369EB882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7044394">
            <a:off x="435871" y="1199724"/>
            <a:ext cx="468565" cy="468565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F328A323-2651-4050-612A-AD25BA0122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077" y="2168546"/>
            <a:ext cx="442495" cy="442495"/>
          </a:xfrm>
          <a:prstGeom prst="rect">
            <a:avLst/>
          </a:prstGeom>
        </p:spPr>
      </p:pic>
      <p:pic>
        <p:nvPicPr>
          <p:cNvPr id="32" name="图片 31">
            <a:extLst>
              <a:ext uri="{FF2B5EF4-FFF2-40B4-BE49-F238E27FC236}">
                <a16:creationId xmlns:a16="http://schemas.microsoft.com/office/drawing/2014/main" id="{20F6228F-C521-0EED-BFE5-FADC9716FD8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892081">
            <a:off x="451919" y="1824410"/>
            <a:ext cx="485300" cy="485300"/>
          </a:xfrm>
          <a:prstGeom prst="rect">
            <a:avLst/>
          </a:prstGeom>
        </p:spPr>
      </p:pic>
      <p:pic>
        <p:nvPicPr>
          <p:cNvPr id="33" name="图片 32">
            <a:extLst>
              <a:ext uri="{FF2B5EF4-FFF2-40B4-BE49-F238E27FC236}">
                <a16:creationId xmlns:a16="http://schemas.microsoft.com/office/drawing/2014/main" id="{8A461BF1-BCC2-4028-8296-65F0F19C0E8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3500129">
            <a:off x="1433770" y="1221847"/>
            <a:ext cx="468565" cy="468565"/>
          </a:xfrm>
          <a:prstGeom prst="rect">
            <a:avLst/>
          </a:prstGeom>
        </p:spPr>
      </p:pic>
      <p:pic>
        <p:nvPicPr>
          <p:cNvPr id="34" name="图片 33">
            <a:extLst>
              <a:ext uri="{FF2B5EF4-FFF2-40B4-BE49-F238E27FC236}">
                <a16:creationId xmlns:a16="http://schemas.microsoft.com/office/drawing/2014/main" id="{4F673B66-817D-A5AA-A615-57FF823676C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7000502">
            <a:off x="1389087" y="1808479"/>
            <a:ext cx="468565" cy="468565"/>
          </a:xfrm>
          <a:prstGeom prst="rect">
            <a:avLst/>
          </a:prstGeom>
        </p:spPr>
      </p:pic>
      <p:pic>
        <p:nvPicPr>
          <p:cNvPr id="35" name="图片 34">
            <a:extLst>
              <a:ext uri="{FF2B5EF4-FFF2-40B4-BE49-F238E27FC236}">
                <a16:creationId xmlns:a16="http://schemas.microsoft.com/office/drawing/2014/main" id="{F960198F-D291-E8B4-026F-C409CC05AB5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0057" y="946924"/>
            <a:ext cx="442495" cy="442495"/>
          </a:xfrm>
          <a:prstGeom prst="rect">
            <a:avLst/>
          </a:prstGeom>
        </p:spPr>
      </p:pic>
      <p:pic>
        <p:nvPicPr>
          <p:cNvPr id="37" name="图片 36">
            <a:extLst>
              <a:ext uri="{FF2B5EF4-FFF2-40B4-BE49-F238E27FC236}">
                <a16:creationId xmlns:a16="http://schemas.microsoft.com/office/drawing/2014/main" id="{ACD42962-CCE8-3714-D27C-28B8A51DF05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91" y="2217417"/>
            <a:ext cx="344626" cy="344626"/>
          </a:xfrm>
          <a:prstGeom prst="rect">
            <a:avLst/>
          </a:prstGeom>
        </p:spPr>
      </p:pic>
      <p:sp>
        <p:nvSpPr>
          <p:cNvPr id="43" name="文本框 42">
            <a:extLst>
              <a:ext uri="{FF2B5EF4-FFF2-40B4-BE49-F238E27FC236}">
                <a16:creationId xmlns:a16="http://schemas.microsoft.com/office/drawing/2014/main" id="{6681351F-3744-A84D-77D0-9AA2FFD74FBE}"/>
              </a:ext>
            </a:extLst>
          </p:cNvPr>
          <p:cNvSpPr txBox="1"/>
          <p:nvPr/>
        </p:nvSpPr>
        <p:spPr>
          <a:xfrm>
            <a:off x="1290646" y="156287"/>
            <a:ext cx="1668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UAV Network </a:t>
            </a:r>
            <a:endParaRPr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4C611CC1-9B47-3EF7-41C2-DC718FA5DAE4}"/>
              </a:ext>
            </a:extLst>
          </p:cNvPr>
          <p:cNvSpPr txBox="1"/>
          <p:nvPr/>
        </p:nvSpPr>
        <p:spPr>
          <a:xfrm>
            <a:off x="1488318" y="2512573"/>
            <a:ext cx="941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Arial" panose="020B0604020202020204" pitchFamily="34" charset="0"/>
                <a:cs typeface="Arial" panose="020B0604020202020204" pitchFamily="34" charset="0"/>
              </a:rPr>
              <a:t>Anomalies</a:t>
            </a:r>
            <a:endParaRPr lang="zh-CN" alt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CDF67738-B480-8E3F-7247-87A99D107836}"/>
              </a:ext>
            </a:extLst>
          </p:cNvPr>
          <p:cNvCxnSpPr/>
          <p:nvPr/>
        </p:nvCxnSpPr>
        <p:spPr>
          <a:xfrm>
            <a:off x="45593" y="537612"/>
            <a:ext cx="11992884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F411FF66-6574-33F8-86BF-759D49BFF539}"/>
              </a:ext>
            </a:extLst>
          </p:cNvPr>
          <p:cNvSpPr txBox="1"/>
          <p:nvPr/>
        </p:nvSpPr>
        <p:spPr>
          <a:xfrm>
            <a:off x="315059" y="676816"/>
            <a:ext cx="16228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Arial" panose="020B0604020202020204" pitchFamily="34" charset="0"/>
                <a:cs typeface="Arial" panose="020B0604020202020204" pitchFamily="34" charset="0"/>
              </a:rPr>
              <a:t>UAV Swarm Access</a:t>
            </a:r>
            <a:endParaRPr lang="zh-CN" alt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等腰三角形 51">
            <a:extLst>
              <a:ext uri="{FF2B5EF4-FFF2-40B4-BE49-F238E27FC236}">
                <a16:creationId xmlns:a16="http://schemas.microsoft.com/office/drawing/2014/main" id="{0A26FEF8-A27A-0DF8-2A95-3C06856991A9}"/>
              </a:ext>
            </a:extLst>
          </p:cNvPr>
          <p:cNvSpPr/>
          <p:nvPr/>
        </p:nvSpPr>
        <p:spPr>
          <a:xfrm rot="5400000">
            <a:off x="2164469" y="1529441"/>
            <a:ext cx="505104" cy="358480"/>
          </a:xfrm>
          <a:prstGeom prst="triangl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5" name="图片 54">
            <a:extLst>
              <a:ext uri="{FF2B5EF4-FFF2-40B4-BE49-F238E27FC236}">
                <a16:creationId xmlns:a16="http://schemas.microsoft.com/office/drawing/2014/main" id="{24D0C681-D262-38F2-941B-90E58A950A6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041" y="1424497"/>
            <a:ext cx="583878" cy="583878"/>
          </a:xfrm>
          <a:prstGeom prst="rect">
            <a:avLst/>
          </a:prstGeom>
          <a:solidFill>
            <a:schemeClr val="accent1"/>
          </a:solidFill>
        </p:spPr>
      </p:pic>
      <p:sp>
        <p:nvSpPr>
          <p:cNvPr id="56" name="文本框 55">
            <a:extLst>
              <a:ext uri="{FF2B5EF4-FFF2-40B4-BE49-F238E27FC236}">
                <a16:creationId xmlns:a16="http://schemas.microsoft.com/office/drawing/2014/main" id="{B449F9B5-2C1C-5FD8-E662-BBE2ED97DB07}"/>
              </a:ext>
            </a:extLst>
          </p:cNvPr>
          <p:cNvSpPr txBox="1"/>
          <p:nvPr/>
        </p:nvSpPr>
        <p:spPr>
          <a:xfrm>
            <a:off x="2348011" y="2104396"/>
            <a:ext cx="18340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Arial" panose="020B0604020202020204" pitchFamily="34" charset="0"/>
                <a:cs typeface="Arial" panose="020B0604020202020204" pitchFamily="34" charset="0"/>
              </a:rPr>
              <a:t>Summarization Agent</a:t>
            </a:r>
            <a:endParaRPr lang="zh-CN" alt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473B2EE4-3FA7-223B-53D2-D560040774A7}"/>
              </a:ext>
            </a:extLst>
          </p:cNvPr>
          <p:cNvCxnSpPr>
            <a:cxnSpLocks/>
          </p:cNvCxnSpPr>
          <p:nvPr/>
        </p:nvCxnSpPr>
        <p:spPr>
          <a:xfrm flipV="1">
            <a:off x="4096601" y="1441505"/>
            <a:ext cx="437627" cy="27493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7900032B-8A67-BACE-DF39-45AEC47030BC}"/>
              </a:ext>
            </a:extLst>
          </p:cNvPr>
          <p:cNvCxnSpPr>
            <a:cxnSpLocks/>
          </p:cNvCxnSpPr>
          <p:nvPr/>
        </p:nvCxnSpPr>
        <p:spPr>
          <a:xfrm>
            <a:off x="4096424" y="1716436"/>
            <a:ext cx="437982" cy="25255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7" name="流程图: 接点 76">
            <a:extLst>
              <a:ext uri="{FF2B5EF4-FFF2-40B4-BE49-F238E27FC236}">
                <a16:creationId xmlns:a16="http://schemas.microsoft.com/office/drawing/2014/main" id="{676FCAD1-9934-6875-C054-D818E3E72302}"/>
              </a:ext>
            </a:extLst>
          </p:cNvPr>
          <p:cNvSpPr/>
          <p:nvPr/>
        </p:nvSpPr>
        <p:spPr>
          <a:xfrm>
            <a:off x="4604086" y="1030937"/>
            <a:ext cx="491479" cy="425192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latin typeface="Arial" panose="020B0604020202020204" pitchFamily="34" charset="0"/>
                <a:cs typeface="Arial" panose="020B0604020202020204" pitchFamily="34" charset="0"/>
              </a:rPr>
              <a:t>T1</a:t>
            </a:r>
            <a:endParaRPr lang="zh-CN" alt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B0821C48-2641-C575-9CCA-F6EFA648FBD3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3378919" y="1716436"/>
            <a:ext cx="746474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00074B18-9294-B8DA-B6C7-A5248F0DC2F2}"/>
              </a:ext>
            </a:extLst>
          </p:cNvPr>
          <p:cNvCxnSpPr>
            <a:cxnSpLocks/>
          </p:cNvCxnSpPr>
          <p:nvPr/>
        </p:nvCxnSpPr>
        <p:spPr>
          <a:xfrm flipV="1">
            <a:off x="5180994" y="1205984"/>
            <a:ext cx="580695" cy="517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76CFBDCB-DD4F-FD47-65E0-ED92EFDB606A}"/>
              </a:ext>
            </a:extLst>
          </p:cNvPr>
          <p:cNvCxnSpPr>
            <a:cxnSpLocks/>
          </p:cNvCxnSpPr>
          <p:nvPr/>
        </p:nvCxnSpPr>
        <p:spPr>
          <a:xfrm flipV="1">
            <a:off x="5180995" y="2214877"/>
            <a:ext cx="580695" cy="517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7" name="文本框 86">
            <a:extLst>
              <a:ext uri="{FF2B5EF4-FFF2-40B4-BE49-F238E27FC236}">
                <a16:creationId xmlns:a16="http://schemas.microsoft.com/office/drawing/2014/main" id="{6DD7EF4D-3295-644A-3F4B-6AE19451D35B}"/>
              </a:ext>
            </a:extLst>
          </p:cNvPr>
          <p:cNvSpPr txBox="1"/>
          <p:nvPr/>
        </p:nvSpPr>
        <p:spPr>
          <a:xfrm>
            <a:off x="4388582" y="-47336"/>
            <a:ext cx="31919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Multi-factor Trust Evaluation Mechanism</a:t>
            </a:r>
            <a:endParaRPr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8" name="流程图: 接点 87">
            <a:extLst>
              <a:ext uri="{FF2B5EF4-FFF2-40B4-BE49-F238E27FC236}">
                <a16:creationId xmlns:a16="http://schemas.microsoft.com/office/drawing/2014/main" id="{29475661-28F3-E8E0-B29E-4AFF313C2556}"/>
              </a:ext>
            </a:extLst>
          </p:cNvPr>
          <p:cNvSpPr/>
          <p:nvPr/>
        </p:nvSpPr>
        <p:spPr>
          <a:xfrm>
            <a:off x="4588091" y="1999317"/>
            <a:ext cx="491479" cy="425192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latin typeface="Arial" panose="020B0604020202020204" pitchFamily="34" charset="0"/>
                <a:cs typeface="Arial" panose="020B0604020202020204" pitchFamily="34" charset="0"/>
              </a:rPr>
              <a:t>T2</a:t>
            </a:r>
            <a:endParaRPr lang="zh-CN" alt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4AF9929D-4429-839E-E127-B4AFF322B387}"/>
              </a:ext>
            </a:extLst>
          </p:cNvPr>
          <p:cNvSpPr txBox="1"/>
          <p:nvPr/>
        </p:nvSpPr>
        <p:spPr>
          <a:xfrm>
            <a:off x="4269979" y="709277"/>
            <a:ext cx="1359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Arial" panose="020B0604020202020204" pitchFamily="34" charset="0"/>
                <a:cs typeface="Arial" panose="020B0604020202020204" pitchFamily="34" charset="0"/>
              </a:rPr>
              <a:t>Trust Branches</a:t>
            </a:r>
            <a:endParaRPr lang="zh-CN" alt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1" name="图形 90" descr="计算机">
            <a:extLst>
              <a:ext uri="{FF2B5EF4-FFF2-40B4-BE49-F238E27FC236}">
                <a16:creationId xmlns:a16="http://schemas.microsoft.com/office/drawing/2014/main" id="{174EF41F-BA37-3797-F4D1-8844A4508E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3950" y="3561217"/>
            <a:ext cx="914400" cy="914400"/>
          </a:xfrm>
          <a:prstGeom prst="rect">
            <a:avLst/>
          </a:prstGeom>
        </p:spPr>
      </p:pic>
      <p:pic>
        <p:nvPicPr>
          <p:cNvPr id="93" name="图形 92" descr="数据库">
            <a:extLst>
              <a:ext uri="{FF2B5EF4-FFF2-40B4-BE49-F238E27FC236}">
                <a16:creationId xmlns:a16="http://schemas.microsoft.com/office/drawing/2014/main" id="{DE0C4434-9F61-1565-E51C-2F1E9F475B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0137" y="4497686"/>
            <a:ext cx="914400" cy="914400"/>
          </a:xfrm>
          <a:prstGeom prst="rect">
            <a:avLst/>
          </a:prstGeom>
        </p:spPr>
      </p:pic>
      <p:pic>
        <p:nvPicPr>
          <p:cNvPr id="95" name="图片 94">
            <a:extLst>
              <a:ext uri="{FF2B5EF4-FFF2-40B4-BE49-F238E27FC236}">
                <a16:creationId xmlns:a16="http://schemas.microsoft.com/office/drawing/2014/main" id="{D936140F-4260-5A52-E019-CD75F9ACAA60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9981" y="1252239"/>
            <a:ext cx="313054" cy="313054"/>
          </a:xfrm>
          <a:prstGeom prst="rect">
            <a:avLst/>
          </a:prstGeom>
        </p:spPr>
      </p:pic>
      <p:pic>
        <p:nvPicPr>
          <p:cNvPr id="96" name="图片 95">
            <a:extLst>
              <a:ext uri="{FF2B5EF4-FFF2-40B4-BE49-F238E27FC236}">
                <a16:creationId xmlns:a16="http://schemas.microsoft.com/office/drawing/2014/main" id="{BEFD28AB-1C0D-A9BF-C95A-4279CC44D612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7521" y="2262834"/>
            <a:ext cx="313054" cy="313054"/>
          </a:xfrm>
          <a:prstGeom prst="rect">
            <a:avLst/>
          </a:prstGeom>
        </p:spPr>
      </p:pic>
      <p:sp>
        <p:nvSpPr>
          <p:cNvPr id="97" name="文本框 96">
            <a:extLst>
              <a:ext uri="{FF2B5EF4-FFF2-40B4-BE49-F238E27FC236}">
                <a16:creationId xmlns:a16="http://schemas.microsoft.com/office/drawing/2014/main" id="{8C56BC93-271E-8840-70B8-2E5B891B97F3}"/>
              </a:ext>
            </a:extLst>
          </p:cNvPr>
          <p:cNvSpPr txBox="1"/>
          <p:nvPr/>
        </p:nvSpPr>
        <p:spPr>
          <a:xfrm>
            <a:off x="5177826" y="1532071"/>
            <a:ext cx="5379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latin typeface="Arial" panose="020B0604020202020204" pitchFamily="34" charset="0"/>
                <a:cs typeface="Arial" panose="020B0604020202020204" pitchFamily="34" charset="0"/>
              </a:rPr>
              <a:t>Verify</a:t>
            </a:r>
            <a:endParaRPr lang="zh-CN" alt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BD191A83-A1CB-9105-D176-8F1E72BF9519}"/>
              </a:ext>
            </a:extLst>
          </p:cNvPr>
          <p:cNvSpPr txBox="1"/>
          <p:nvPr/>
        </p:nvSpPr>
        <p:spPr>
          <a:xfrm>
            <a:off x="5187977" y="2544787"/>
            <a:ext cx="5379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latin typeface="Arial" panose="020B0604020202020204" pitchFamily="34" charset="0"/>
                <a:cs typeface="Arial" panose="020B0604020202020204" pitchFamily="34" charset="0"/>
              </a:rPr>
              <a:t>Verify</a:t>
            </a:r>
            <a:endParaRPr lang="zh-CN" alt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9" name="流程图: 资料带 98">
            <a:extLst>
              <a:ext uri="{FF2B5EF4-FFF2-40B4-BE49-F238E27FC236}">
                <a16:creationId xmlns:a16="http://schemas.microsoft.com/office/drawing/2014/main" id="{9D209E32-1476-476C-1DC6-1A0A434C8B11}"/>
              </a:ext>
            </a:extLst>
          </p:cNvPr>
          <p:cNvSpPr/>
          <p:nvPr/>
        </p:nvSpPr>
        <p:spPr>
          <a:xfrm>
            <a:off x="5909360" y="778047"/>
            <a:ext cx="1014566" cy="618956"/>
          </a:xfrm>
          <a:prstGeom prst="flowChartPunchedTape">
            <a:avLst/>
          </a:prstGeom>
          <a:solidFill>
            <a:srgbClr val="FFFF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流程图: 资料带 101">
            <a:extLst>
              <a:ext uri="{FF2B5EF4-FFF2-40B4-BE49-F238E27FC236}">
                <a16:creationId xmlns:a16="http://schemas.microsoft.com/office/drawing/2014/main" id="{E88432EF-FA65-EE07-1174-F62B34AD9E96}"/>
              </a:ext>
            </a:extLst>
          </p:cNvPr>
          <p:cNvSpPr/>
          <p:nvPr/>
        </p:nvSpPr>
        <p:spPr>
          <a:xfrm>
            <a:off x="6044983" y="855843"/>
            <a:ext cx="1014566" cy="618956"/>
          </a:xfrm>
          <a:prstGeom prst="flowChartPunchedTape">
            <a:avLst/>
          </a:prstGeom>
          <a:solidFill>
            <a:srgbClr val="FFFF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流程图: 资料带 102">
            <a:extLst>
              <a:ext uri="{FF2B5EF4-FFF2-40B4-BE49-F238E27FC236}">
                <a16:creationId xmlns:a16="http://schemas.microsoft.com/office/drawing/2014/main" id="{B5497CE8-74E4-B074-D118-D16120E1C6CC}"/>
              </a:ext>
            </a:extLst>
          </p:cNvPr>
          <p:cNvSpPr/>
          <p:nvPr/>
        </p:nvSpPr>
        <p:spPr>
          <a:xfrm>
            <a:off x="6208071" y="913115"/>
            <a:ext cx="1014566" cy="618956"/>
          </a:xfrm>
          <a:prstGeom prst="flowChartPunchedTape">
            <a:avLst/>
          </a:prstGeom>
          <a:solidFill>
            <a:srgbClr val="FFFF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Factor From T1</a:t>
            </a:r>
            <a:endParaRPr lang="zh-CN" alt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4" name="图片 103">
            <a:extLst>
              <a:ext uri="{FF2B5EF4-FFF2-40B4-BE49-F238E27FC236}">
                <a16:creationId xmlns:a16="http://schemas.microsoft.com/office/drawing/2014/main" id="{DA993FE2-C0B5-784C-C72E-E069FC053DE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96317" y="2886663"/>
            <a:ext cx="579170" cy="579170"/>
          </a:xfrm>
          <a:prstGeom prst="rect">
            <a:avLst/>
          </a:prstGeom>
          <a:solidFill>
            <a:schemeClr val="accent1"/>
          </a:solidFill>
        </p:spPr>
      </p:pic>
      <p:sp>
        <p:nvSpPr>
          <p:cNvPr id="114" name="流程图: 资料带 113">
            <a:extLst>
              <a:ext uri="{FF2B5EF4-FFF2-40B4-BE49-F238E27FC236}">
                <a16:creationId xmlns:a16="http://schemas.microsoft.com/office/drawing/2014/main" id="{BE01831F-AEEB-7E03-64BA-D0827BD0AFE6}"/>
              </a:ext>
            </a:extLst>
          </p:cNvPr>
          <p:cNvSpPr/>
          <p:nvPr/>
        </p:nvSpPr>
        <p:spPr>
          <a:xfrm>
            <a:off x="5909360" y="1945248"/>
            <a:ext cx="1014566" cy="618956"/>
          </a:xfrm>
          <a:prstGeom prst="flowChartPunchedTape">
            <a:avLst/>
          </a:prstGeom>
          <a:solidFill>
            <a:srgbClr val="FFFF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流程图: 资料带 114">
            <a:extLst>
              <a:ext uri="{FF2B5EF4-FFF2-40B4-BE49-F238E27FC236}">
                <a16:creationId xmlns:a16="http://schemas.microsoft.com/office/drawing/2014/main" id="{930717C8-EE51-1E9D-BD1D-36547853FD65}"/>
              </a:ext>
            </a:extLst>
          </p:cNvPr>
          <p:cNvSpPr/>
          <p:nvPr/>
        </p:nvSpPr>
        <p:spPr>
          <a:xfrm>
            <a:off x="6044983" y="2023044"/>
            <a:ext cx="1014566" cy="618956"/>
          </a:xfrm>
          <a:prstGeom prst="flowChartPunchedTape">
            <a:avLst/>
          </a:prstGeom>
          <a:solidFill>
            <a:srgbClr val="FFFF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流程图: 资料带 115">
            <a:extLst>
              <a:ext uri="{FF2B5EF4-FFF2-40B4-BE49-F238E27FC236}">
                <a16:creationId xmlns:a16="http://schemas.microsoft.com/office/drawing/2014/main" id="{A523FFD8-0672-9785-CC0B-BA304B608AF8}"/>
              </a:ext>
            </a:extLst>
          </p:cNvPr>
          <p:cNvSpPr/>
          <p:nvPr/>
        </p:nvSpPr>
        <p:spPr>
          <a:xfrm>
            <a:off x="6208071" y="2080316"/>
            <a:ext cx="1014566" cy="618956"/>
          </a:xfrm>
          <a:prstGeom prst="flowChartPunchedTape">
            <a:avLst/>
          </a:prstGeom>
          <a:solidFill>
            <a:srgbClr val="FFFF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lvl="0" algn="ctr">
              <a:defRPr/>
            </a:pPr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Factor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From T2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algn="ctr"/>
            <a:endParaRPr lang="zh-CN" altLang="en-US" dirty="0"/>
          </a:p>
        </p:txBody>
      </p:sp>
      <p:pic>
        <p:nvPicPr>
          <p:cNvPr id="118" name="图形 117" descr="研究">
            <a:extLst>
              <a:ext uri="{FF2B5EF4-FFF2-40B4-BE49-F238E27FC236}">
                <a16:creationId xmlns:a16="http://schemas.microsoft.com/office/drawing/2014/main" id="{838C1388-FB0E-28D2-FA82-748350C058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346131" y="4554837"/>
            <a:ext cx="796421" cy="796421"/>
          </a:xfrm>
          <a:prstGeom prst="rect">
            <a:avLst/>
          </a:prstGeom>
        </p:spPr>
      </p:pic>
      <p:sp>
        <p:nvSpPr>
          <p:cNvPr id="119" name="文本框 118">
            <a:extLst>
              <a:ext uri="{FF2B5EF4-FFF2-40B4-BE49-F238E27FC236}">
                <a16:creationId xmlns:a16="http://schemas.microsoft.com/office/drawing/2014/main" id="{B825C5CE-E3FA-2FAC-B526-183A950ED672}"/>
              </a:ext>
            </a:extLst>
          </p:cNvPr>
          <p:cNvSpPr txBox="1"/>
          <p:nvPr/>
        </p:nvSpPr>
        <p:spPr>
          <a:xfrm>
            <a:off x="100971" y="3316618"/>
            <a:ext cx="23793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Arial" panose="020B0604020202020204" pitchFamily="34" charset="0"/>
                <a:cs typeface="Arial" panose="020B0604020202020204" pitchFamily="34" charset="0"/>
              </a:rPr>
              <a:t>Inter-ground Control Access</a:t>
            </a:r>
            <a:endParaRPr lang="zh-CN" alt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0" name="等腰三角形 119">
            <a:extLst>
              <a:ext uri="{FF2B5EF4-FFF2-40B4-BE49-F238E27FC236}">
                <a16:creationId xmlns:a16="http://schemas.microsoft.com/office/drawing/2014/main" id="{78CE20C6-CA38-8E91-AE38-D4F208FD7719}"/>
              </a:ext>
            </a:extLst>
          </p:cNvPr>
          <p:cNvSpPr/>
          <p:nvPr/>
        </p:nvSpPr>
        <p:spPr>
          <a:xfrm rot="5400000">
            <a:off x="2164469" y="4237026"/>
            <a:ext cx="505104" cy="358480"/>
          </a:xfrm>
          <a:prstGeom prst="triangl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1" name="图片 120">
            <a:extLst>
              <a:ext uri="{FF2B5EF4-FFF2-40B4-BE49-F238E27FC236}">
                <a16:creationId xmlns:a16="http://schemas.microsoft.com/office/drawing/2014/main" id="{13FFDAF1-3843-590D-4D38-F3A033C3D00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041" y="4124327"/>
            <a:ext cx="583878" cy="583878"/>
          </a:xfrm>
          <a:prstGeom prst="rect">
            <a:avLst/>
          </a:prstGeom>
          <a:solidFill>
            <a:schemeClr val="accent1"/>
          </a:solidFill>
        </p:spPr>
      </p:pic>
      <p:sp>
        <p:nvSpPr>
          <p:cNvPr id="122" name="文本框 121">
            <a:extLst>
              <a:ext uri="{FF2B5EF4-FFF2-40B4-BE49-F238E27FC236}">
                <a16:creationId xmlns:a16="http://schemas.microsoft.com/office/drawing/2014/main" id="{F81BD2FD-C9FE-4555-049F-934E020FE543}"/>
              </a:ext>
            </a:extLst>
          </p:cNvPr>
          <p:cNvSpPr txBox="1"/>
          <p:nvPr/>
        </p:nvSpPr>
        <p:spPr>
          <a:xfrm>
            <a:off x="2344951" y="4814977"/>
            <a:ext cx="18340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Arial" panose="020B0604020202020204" pitchFamily="34" charset="0"/>
                <a:cs typeface="Arial" panose="020B0604020202020204" pitchFamily="34" charset="0"/>
              </a:rPr>
              <a:t>Summarization Agent</a:t>
            </a:r>
            <a:endParaRPr lang="zh-CN" alt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C13160B4-A10A-D016-7A35-49C0A538EEAE}"/>
              </a:ext>
            </a:extLst>
          </p:cNvPr>
          <p:cNvSpPr txBox="1"/>
          <p:nvPr/>
        </p:nvSpPr>
        <p:spPr>
          <a:xfrm>
            <a:off x="162166" y="5341923"/>
            <a:ext cx="941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Arial" panose="020B0604020202020204" pitchFamily="34" charset="0"/>
                <a:cs typeface="Arial" panose="020B0604020202020204" pitchFamily="34" charset="0"/>
              </a:rPr>
              <a:t>Database</a:t>
            </a:r>
            <a:endParaRPr lang="zh-CN" alt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8A1CB6C6-39B3-8BDF-6286-16C38A3EEEED}"/>
              </a:ext>
            </a:extLst>
          </p:cNvPr>
          <p:cNvSpPr txBox="1"/>
          <p:nvPr/>
        </p:nvSpPr>
        <p:spPr>
          <a:xfrm>
            <a:off x="1405732" y="5341922"/>
            <a:ext cx="6645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Arial" panose="020B0604020202020204" pitchFamily="34" charset="0"/>
                <a:cs typeface="Arial" panose="020B0604020202020204" pitchFamily="34" charset="0"/>
              </a:rPr>
              <a:t>Query</a:t>
            </a:r>
            <a:endParaRPr lang="zh-CN" alt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25" name="直接箭头连接符 124">
            <a:extLst>
              <a:ext uri="{FF2B5EF4-FFF2-40B4-BE49-F238E27FC236}">
                <a16:creationId xmlns:a16="http://schemas.microsoft.com/office/drawing/2014/main" id="{44BBE5EE-A3C3-6880-9EB4-111D36631DB4}"/>
              </a:ext>
            </a:extLst>
          </p:cNvPr>
          <p:cNvCxnSpPr>
            <a:cxnSpLocks/>
          </p:cNvCxnSpPr>
          <p:nvPr/>
        </p:nvCxnSpPr>
        <p:spPr>
          <a:xfrm flipV="1">
            <a:off x="4072777" y="3714381"/>
            <a:ext cx="490327" cy="70104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7" name="直接箭头连接符 126">
            <a:extLst>
              <a:ext uri="{FF2B5EF4-FFF2-40B4-BE49-F238E27FC236}">
                <a16:creationId xmlns:a16="http://schemas.microsoft.com/office/drawing/2014/main" id="{C876F705-8FB0-7B00-8E33-6DA866944361}"/>
              </a:ext>
            </a:extLst>
          </p:cNvPr>
          <p:cNvCxnSpPr>
            <a:cxnSpLocks/>
          </p:cNvCxnSpPr>
          <p:nvPr/>
        </p:nvCxnSpPr>
        <p:spPr>
          <a:xfrm>
            <a:off x="4081526" y="4412429"/>
            <a:ext cx="493308" cy="75428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49340E6F-2E7F-1122-8C90-12B9065A48BE}"/>
              </a:ext>
            </a:extLst>
          </p:cNvPr>
          <p:cNvCxnSpPr>
            <a:cxnSpLocks/>
          </p:cNvCxnSpPr>
          <p:nvPr/>
        </p:nvCxnSpPr>
        <p:spPr>
          <a:xfrm>
            <a:off x="4072777" y="4412429"/>
            <a:ext cx="51531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5" name="流程图: 接点 134">
            <a:extLst>
              <a:ext uri="{FF2B5EF4-FFF2-40B4-BE49-F238E27FC236}">
                <a16:creationId xmlns:a16="http://schemas.microsoft.com/office/drawing/2014/main" id="{B9C23D95-37B2-82E7-4DF4-4C727CFF626E}"/>
              </a:ext>
            </a:extLst>
          </p:cNvPr>
          <p:cNvSpPr/>
          <p:nvPr/>
        </p:nvSpPr>
        <p:spPr>
          <a:xfrm>
            <a:off x="4604086" y="3400443"/>
            <a:ext cx="491479" cy="425192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  <a:endParaRPr lang="zh-CN" alt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6" name="流程图: 接点 135">
            <a:extLst>
              <a:ext uri="{FF2B5EF4-FFF2-40B4-BE49-F238E27FC236}">
                <a16:creationId xmlns:a16="http://schemas.microsoft.com/office/drawing/2014/main" id="{531790EE-3B47-3675-3D1F-5D8796F8FF7F}"/>
              </a:ext>
            </a:extLst>
          </p:cNvPr>
          <p:cNvSpPr/>
          <p:nvPr/>
        </p:nvSpPr>
        <p:spPr>
          <a:xfrm>
            <a:off x="4604781" y="4184553"/>
            <a:ext cx="491479" cy="425192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latin typeface="Arial" panose="020B0604020202020204" pitchFamily="34" charset="0"/>
                <a:cs typeface="Arial" panose="020B0604020202020204" pitchFamily="34" charset="0"/>
              </a:rPr>
              <a:t>T4</a:t>
            </a:r>
            <a:endParaRPr lang="zh-CN" alt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7" name="流程图: 接点 136">
            <a:extLst>
              <a:ext uri="{FF2B5EF4-FFF2-40B4-BE49-F238E27FC236}">
                <a16:creationId xmlns:a16="http://schemas.microsoft.com/office/drawing/2014/main" id="{9F0AF477-B2DA-28BC-37EB-97545065AC9C}"/>
              </a:ext>
            </a:extLst>
          </p:cNvPr>
          <p:cNvSpPr/>
          <p:nvPr/>
        </p:nvSpPr>
        <p:spPr>
          <a:xfrm>
            <a:off x="4588091" y="5072894"/>
            <a:ext cx="491479" cy="425192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latin typeface="Arial" panose="020B0604020202020204" pitchFamily="34" charset="0"/>
                <a:cs typeface="Arial" panose="020B0604020202020204" pitchFamily="34" charset="0"/>
              </a:rPr>
              <a:t>T5</a:t>
            </a:r>
            <a:endParaRPr lang="zh-CN" alt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40" name="直接箭头连接符 139">
            <a:extLst>
              <a:ext uri="{FF2B5EF4-FFF2-40B4-BE49-F238E27FC236}">
                <a16:creationId xmlns:a16="http://schemas.microsoft.com/office/drawing/2014/main" id="{7C39D19C-ECA3-7262-CA62-781391687B37}"/>
              </a:ext>
            </a:extLst>
          </p:cNvPr>
          <p:cNvCxnSpPr>
            <a:cxnSpLocks/>
          </p:cNvCxnSpPr>
          <p:nvPr/>
        </p:nvCxnSpPr>
        <p:spPr>
          <a:xfrm flipV="1">
            <a:off x="5172918" y="3661581"/>
            <a:ext cx="580695" cy="517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1" name="直接箭头连接符 140">
            <a:extLst>
              <a:ext uri="{FF2B5EF4-FFF2-40B4-BE49-F238E27FC236}">
                <a16:creationId xmlns:a16="http://schemas.microsoft.com/office/drawing/2014/main" id="{192197EF-D460-55C7-3F99-52D19C42F3B3}"/>
              </a:ext>
            </a:extLst>
          </p:cNvPr>
          <p:cNvCxnSpPr>
            <a:cxnSpLocks/>
          </p:cNvCxnSpPr>
          <p:nvPr/>
        </p:nvCxnSpPr>
        <p:spPr>
          <a:xfrm flipV="1">
            <a:off x="5137937" y="4407257"/>
            <a:ext cx="580695" cy="517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2" name="直接箭头连接符 141">
            <a:extLst>
              <a:ext uri="{FF2B5EF4-FFF2-40B4-BE49-F238E27FC236}">
                <a16:creationId xmlns:a16="http://schemas.microsoft.com/office/drawing/2014/main" id="{995D200E-B2FB-4105-1A24-17AEFF666B59}"/>
              </a:ext>
            </a:extLst>
          </p:cNvPr>
          <p:cNvCxnSpPr>
            <a:cxnSpLocks/>
          </p:cNvCxnSpPr>
          <p:nvPr/>
        </p:nvCxnSpPr>
        <p:spPr>
          <a:xfrm flipV="1">
            <a:off x="5139282" y="5258925"/>
            <a:ext cx="580695" cy="517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3" name="流程图: 资料带 142">
            <a:extLst>
              <a:ext uri="{FF2B5EF4-FFF2-40B4-BE49-F238E27FC236}">
                <a16:creationId xmlns:a16="http://schemas.microsoft.com/office/drawing/2014/main" id="{461673D4-9E9C-3878-B745-43EB92357031}"/>
              </a:ext>
            </a:extLst>
          </p:cNvPr>
          <p:cNvSpPr/>
          <p:nvPr/>
        </p:nvSpPr>
        <p:spPr>
          <a:xfrm>
            <a:off x="5896846" y="3324355"/>
            <a:ext cx="1014566" cy="618956"/>
          </a:xfrm>
          <a:prstGeom prst="flowChartPunchedTape">
            <a:avLst/>
          </a:prstGeom>
          <a:solidFill>
            <a:srgbClr val="FFFF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4" name="流程图: 资料带 143">
            <a:extLst>
              <a:ext uri="{FF2B5EF4-FFF2-40B4-BE49-F238E27FC236}">
                <a16:creationId xmlns:a16="http://schemas.microsoft.com/office/drawing/2014/main" id="{DF8FAA59-165C-783E-8A2A-811B772A527D}"/>
              </a:ext>
            </a:extLst>
          </p:cNvPr>
          <p:cNvSpPr/>
          <p:nvPr/>
        </p:nvSpPr>
        <p:spPr>
          <a:xfrm>
            <a:off x="6032469" y="3402151"/>
            <a:ext cx="1014566" cy="618956"/>
          </a:xfrm>
          <a:prstGeom prst="flowChartPunchedTape">
            <a:avLst/>
          </a:prstGeom>
          <a:solidFill>
            <a:srgbClr val="FFFF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5" name="流程图: 资料带 144">
            <a:extLst>
              <a:ext uri="{FF2B5EF4-FFF2-40B4-BE49-F238E27FC236}">
                <a16:creationId xmlns:a16="http://schemas.microsoft.com/office/drawing/2014/main" id="{909DC346-7DFD-DCCB-FC0E-18E3CBA3A887}"/>
              </a:ext>
            </a:extLst>
          </p:cNvPr>
          <p:cNvSpPr/>
          <p:nvPr/>
        </p:nvSpPr>
        <p:spPr>
          <a:xfrm>
            <a:off x="6195557" y="3459423"/>
            <a:ext cx="1014566" cy="618956"/>
          </a:xfrm>
          <a:prstGeom prst="flowChartPunchedTape">
            <a:avLst/>
          </a:prstGeom>
          <a:solidFill>
            <a:srgbClr val="FFFF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Factor From T3</a:t>
            </a:r>
          </a:p>
        </p:txBody>
      </p:sp>
      <p:sp>
        <p:nvSpPr>
          <p:cNvPr id="146" name="流程图: 资料带 145">
            <a:extLst>
              <a:ext uri="{FF2B5EF4-FFF2-40B4-BE49-F238E27FC236}">
                <a16:creationId xmlns:a16="http://schemas.microsoft.com/office/drawing/2014/main" id="{87789B86-EA3C-3B3B-39FC-DC304E2F95A3}"/>
              </a:ext>
            </a:extLst>
          </p:cNvPr>
          <p:cNvSpPr/>
          <p:nvPr/>
        </p:nvSpPr>
        <p:spPr>
          <a:xfrm>
            <a:off x="5909360" y="4159891"/>
            <a:ext cx="1014566" cy="618956"/>
          </a:xfrm>
          <a:prstGeom prst="flowChartPunchedTape">
            <a:avLst/>
          </a:prstGeom>
          <a:solidFill>
            <a:srgbClr val="FFFF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7" name="流程图: 资料带 146">
            <a:extLst>
              <a:ext uri="{FF2B5EF4-FFF2-40B4-BE49-F238E27FC236}">
                <a16:creationId xmlns:a16="http://schemas.microsoft.com/office/drawing/2014/main" id="{583F987D-5F0F-9060-8A69-AFB259AEE688}"/>
              </a:ext>
            </a:extLst>
          </p:cNvPr>
          <p:cNvSpPr/>
          <p:nvPr/>
        </p:nvSpPr>
        <p:spPr>
          <a:xfrm>
            <a:off x="6044983" y="4237687"/>
            <a:ext cx="1014566" cy="618956"/>
          </a:xfrm>
          <a:prstGeom prst="flowChartPunchedTape">
            <a:avLst/>
          </a:prstGeom>
          <a:solidFill>
            <a:srgbClr val="FFFF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流程图: 资料带 147">
            <a:extLst>
              <a:ext uri="{FF2B5EF4-FFF2-40B4-BE49-F238E27FC236}">
                <a16:creationId xmlns:a16="http://schemas.microsoft.com/office/drawing/2014/main" id="{9BE46F40-07DB-939A-C772-5F764C9BFABA}"/>
              </a:ext>
            </a:extLst>
          </p:cNvPr>
          <p:cNvSpPr/>
          <p:nvPr/>
        </p:nvSpPr>
        <p:spPr>
          <a:xfrm>
            <a:off x="6208071" y="4294959"/>
            <a:ext cx="1014566" cy="618956"/>
          </a:xfrm>
          <a:prstGeom prst="flowChartPunchedTape">
            <a:avLst/>
          </a:prstGeom>
          <a:solidFill>
            <a:srgbClr val="FFFF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F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actor From T4</a:t>
            </a:r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6207328B-173E-FB09-F070-883685EADA9C}"/>
              </a:ext>
            </a:extLst>
          </p:cNvPr>
          <p:cNvSpPr txBox="1"/>
          <p:nvPr/>
        </p:nvSpPr>
        <p:spPr>
          <a:xfrm>
            <a:off x="4269979" y="3145553"/>
            <a:ext cx="1359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Arial" panose="020B0604020202020204" pitchFamily="34" charset="0"/>
                <a:cs typeface="Arial" panose="020B0604020202020204" pitchFamily="34" charset="0"/>
              </a:rPr>
              <a:t>Trust Branches</a:t>
            </a:r>
            <a:endParaRPr lang="zh-CN" alt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4" name="流程图: 资料带 153">
            <a:extLst>
              <a:ext uri="{FF2B5EF4-FFF2-40B4-BE49-F238E27FC236}">
                <a16:creationId xmlns:a16="http://schemas.microsoft.com/office/drawing/2014/main" id="{1C9FC213-C4BF-DA9B-9A40-CC82D9C99C7A}"/>
              </a:ext>
            </a:extLst>
          </p:cNvPr>
          <p:cNvSpPr/>
          <p:nvPr/>
        </p:nvSpPr>
        <p:spPr>
          <a:xfrm>
            <a:off x="5924214" y="5048983"/>
            <a:ext cx="1014566" cy="618956"/>
          </a:xfrm>
          <a:prstGeom prst="flowChartPunchedTape">
            <a:avLst/>
          </a:prstGeom>
          <a:solidFill>
            <a:srgbClr val="FFFF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流程图: 资料带 154">
            <a:extLst>
              <a:ext uri="{FF2B5EF4-FFF2-40B4-BE49-F238E27FC236}">
                <a16:creationId xmlns:a16="http://schemas.microsoft.com/office/drawing/2014/main" id="{6582A3F9-9F2C-42EC-6C27-B4BF4590B9DE}"/>
              </a:ext>
            </a:extLst>
          </p:cNvPr>
          <p:cNvSpPr/>
          <p:nvPr/>
        </p:nvSpPr>
        <p:spPr>
          <a:xfrm>
            <a:off x="6059837" y="5126779"/>
            <a:ext cx="1014566" cy="618956"/>
          </a:xfrm>
          <a:prstGeom prst="flowChartPunchedTape">
            <a:avLst/>
          </a:prstGeom>
          <a:solidFill>
            <a:srgbClr val="FFFF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6" name="流程图: 资料带 155">
            <a:extLst>
              <a:ext uri="{FF2B5EF4-FFF2-40B4-BE49-F238E27FC236}">
                <a16:creationId xmlns:a16="http://schemas.microsoft.com/office/drawing/2014/main" id="{462DCE33-4E1A-00AB-1488-CB4886CF4A88}"/>
              </a:ext>
            </a:extLst>
          </p:cNvPr>
          <p:cNvSpPr/>
          <p:nvPr/>
        </p:nvSpPr>
        <p:spPr>
          <a:xfrm>
            <a:off x="6222925" y="5184051"/>
            <a:ext cx="1014566" cy="618956"/>
          </a:xfrm>
          <a:prstGeom prst="flowChartPunchedTape">
            <a:avLst/>
          </a:prstGeom>
          <a:solidFill>
            <a:srgbClr val="FFFF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="1" dirty="0">
                <a:solidFill>
                  <a:prstClr val="black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F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actor From T5</a:t>
            </a:r>
          </a:p>
        </p:txBody>
      </p:sp>
      <p:pic>
        <p:nvPicPr>
          <p:cNvPr id="157" name="图片 156">
            <a:extLst>
              <a:ext uri="{FF2B5EF4-FFF2-40B4-BE49-F238E27FC236}">
                <a16:creationId xmlns:a16="http://schemas.microsoft.com/office/drawing/2014/main" id="{02737894-7F38-1746-4201-BDAC8EB84C10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3196" y="3697705"/>
            <a:ext cx="313054" cy="313054"/>
          </a:xfrm>
          <a:prstGeom prst="rect">
            <a:avLst/>
          </a:prstGeom>
        </p:spPr>
      </p:pic>
      <p:sp>
        <p:nvSpPr>
          <p:cNvPr id="158" name="文本框 157">
            <a:extLst>
              <a:ext uri="{FF2B5EF4-FFF2-40B4-BE49-F238E27FC236}">
                <a16:creationId xmlns:a16="http://schemas.microsoft.com/office/drawing/2014/main" id="{C8AC4F0E-10D0-5D1B-5DAC-786D23F2DD29}"/>
              </a:ext>
            </a:extLst>
          </p:cNvPr>
          <p:cNvSpPr txBox="1"/>
          <p:nvPr/>
        </p:nvSpPr>
        <p:spPr>
          <a:xfrm>
            <a:off x="5163652" y="3979658"/>
            <a:ext cx="5379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latin typeface="Arial" panose="020B0604020202020204" pitchFamily="34" charset="0"/>
                <a:cs typeface="Arial" panose="020B0604020202020204" pitchFamily="34" charset="0"/>
              </a:rPr>
              <a:t>Verify</a:t>
            </a:r>
            <a:endParaRPr lang="zh-CN" alt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9" name="图片 158">
            <a:extLst>
              <a:ext uri="{FF2B5EF4-FFF2-40B4-BE49-F238E27FC236}">
                <a16:creationId xmlns:a16="http://schemas.microsoft.com/office/drawing/2014/main" id="{F56D3D8B-16AB-E4B4-5A01-974D14DEA813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3196" y="4444717"/>
            <a:ext cx="313054" cy="313054"/>
          </a:xfrm>
          <a:prstGeom prst="rect">
            <a:avLst/>
          </a:prstGeom>
        </p:spPr>
      </p:pic>
      <p:sp>
        <p:nvSpPr>
          <p:cNvPr id="160" name="文本框 159">
            <a:extLst>
              <a:ext uri="{FF2B5EF4-FFF2-40B4-BE49-F238E27FC236}">
                <a16:creationId xmlns:a16="http://schemas.microsoft.com/office/drawing/2014/main" id="{14658067-BA19-01E9-0C69-408EB20B7B68}"/>
              </a:ext>
            </a:extLst>
          </p:cNvPr>
          <p:cNvSpPr txBox="1"/>
          <p:nvPr/>
        </p:nvSpPr>
        <p:spPr>
          <a:xfrm>
            <a:off x="5163652" y="4720162"/>
            <a:ext cx="5379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latin typeface="Arial" panose="020B0604020202020204" pitchFamily="34" charset="0"/>
                <a:cs typeface="Arial" panose="020B0604020202020204" pitchFamily="34" charset="0"/>
              </a:rPr>
              <a:t>Verify</a:t>
            </a:r>
            <a:endParaRPr lang="zh-CN" alt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1" name="图片 160">
            <a:extLst>
              <a:ext uri="{FF2B5EF4-FFF2-40B4-BE49-F238E27FC236}">
                <a16:creationId xmlns:a16="http://schemas.microsoft.com/office/drawing/2014/main" id="{DB7C5596-6FEE-0764-C592-04D8B623E694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3019" y="5307769"/>
            <a:ext cx="313054" cy="313054"/>
          </a:xfrm>
          <a:prstGeom prst="rect">
            <a:avLst/>
          </a:prstGeom>
        </p:spPr>
      </p:pic>
      <p:sp>
        <p:nvSpPr>
          <p:cNvPr id="162" name="文本框 161">
            <a:extLst>
              <a:ext uri="{FF2B5EF4-FFF2-40B4-BE49-F238E27FC236}">
                <a16:creationId xmlns:a16="http://schemas.microsoft.com/office/drawing/2014/main" id="{D5B5F571-50CB-A944-3054-3AAD1A65C4D4}"/>
              </a:ext>
            </a:extLst>
          </p:cNvPr>
          <p:cNvSpPr txBox="1"/>
          <p:nvPr/>
        </p:nvSpPr>
        <p:spPr>
          <a:xfrm>
            <a:off x="5163941" y="5573883"/>
            <a:ext cx="5379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latin typeface="Arial" panose="020B0604020202020204" pitchFamily="34" charset="0"/>
                <a:cs typeface="Arial" panose="020B0604020202020204" pitchFamily="34" charset="0"/>
              </a:rPr>
              <a:t>Verify</a:t>
            </a:r>
            <a:endParaRPr lang="zh-CN" alt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A107D68C-63B2-88F6-B62E-9D46B4D39AA6}"/>
              </a:ext>
            </a:extLst>
          </p:cNvPr>
          <p:cNvSpPr txBox="1"/>
          <p:nvPr/>
        </p:nvSpPr>
        <p:spPr>
          <a:xfrm>
            <a:off x="7799531" y="-58828"/>
            <a:ext cx="44579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RL-based Multi-agent for Trust evaluation and Trust incentives</a:t>
            </a:r>
            <a:endParaRPr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64" name="直接箭头连接符 163">
            <a:extLst>
              <a:ext uri="{FF2B5EF4-FFF2-40B4-BE49-F238E27FC236}">
                <a16:creationId xmlns:a16="http://schemas.microsoft.com/office/drawing/2014/main" id="{8949D4C5-0C81-2A1F-CE22-D33549DDA73D}"/>
              </a:ext>
            </a:extLst>
          </p:cNvPr>
          <p:cNvCxnSpPr>
            <a:cxnSpLocks/>
            <a:stCxn id="103" idx="3"/>
          </p:cNvCxnSpPr>
          <p:nvPr/>
        </p:nvCxnSpPr>
        <p:spPr>
          <a:xfrm>
            <a:off x="7222637" y="1222593"/>
            <a:ext cx="514406" cy="147052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7" name="直接箭头连接符 166">
            <a:extLst>
              <a:ext uri="{FF2B5EF4-FFF2-40B4-BE49-F238E27FC236}">
                <a16:creationId xmlns:a16="http://schemas.microsoft.com/office/drawing/2014/main" id="{ABFEFAE3-CF75-A0E6-D074-2DD271A50A4C}"/>
              </a:ext>
            </a:extLst>
          </p:cNvPr>
          <p:cNvCxnSpPr>
            <a:cxnSpLocks/>
            <a:stCxn id="116" idx="3"/>
          </p:cNvCxnSpPr>
          <p:nvPr/>
        </p:nvCxnSpPr>
        <p:spPr>
          <a:xfrm>
            <a:off x="7222637" y="2389794"/>
            <a:ext cx="327917" cy="42350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1" name="直接箭头连接符 170">
            <a:extLst>
              <a:ext uri="{FF2B5EF4-FFF2-40B4-BE49-F238E27FC236}">
                <a16:creationId xmlns:a16="http://schemas.microsoft.com/office/drawing/2014/main" id="{7EFD4D0F-6D99-87B6-E5C5-9B9D11A3EFFE}"/>
              </a:ext>
            </a:extLst>
          </p:cNvPr>
          <p:cNvCxnSpPr>
            <a:cxnSpLocks/>
          </p:cNvCxnSpPr>
          <p:nvPr/>
        </p:nvCxnSpPr>
        <p:spPr>
          <a:xfrm flipV="1">
            <a:off x="7213727" y="3422552"/>
            <a:ext cx="263204" cy="35439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3" name="直接箭头连接符 172">
            <a:extLst>
              <a:ext uri="{FF2B5EF4-FFF2-40B4-BE49-F238E27FC236}">
                <a16:creationId xmlns:a16="http://schemas.microsoft.com/office/drawing/2014/main" id="{AD539881-0FCD-A461-1757-836E6DB11EE5}"/>
              </a:ext>
            </a:extLst>
          </p:cNvPr>
          <p:cNvCxnSpPr>
            <a:cxnSpLocks/>
            <a:stCxn id="148" idx="3"/>
          </p:cNvCxnSpPr>
          <p:nvPr/>
        </p:nvCxnSpPr>
        <p:spPr>
          <a:xfrm flipV="1">
            <a:off x="7222637" y="3979658"/>
            <a:ext cx="260514" cy="62477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1" name="直接箭头连接符 180">
            <a:extLst>
              <a:ext uri="{FF2B5EF4-FFF2-40B4-BE49-F238E27FC236}">
                <a16:creationId xmlns:a16="http://schemas.microsoft.com/office/drawing/2014/main" id="{5A80337C-C16F-EC9F-60BF-0ABFE3563726}"/>
              </a:ext>
            </a:extLst>
          </p:cNvPr>
          <p:cNvCxnSpPr>
            <a:cxnSpLocks/>
            <a:stCxn id="156" idx="3"/>
          </p:cNvCxnSpPr>
          <p:nvPr/>
        </p:nvCxnSpPr>
        <p:spPr>
          <a:xfrm flipV="1">
            <a:off x="7237491" y="4078379"/>
            <a:ext cx="475815" cy="141515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9" name="矩形 188">
            <a:extLst>
              <a:ext uri="{FF2B5EF4-FFF2-40B4-BE49-F238E27FC236}">
                <a16:creationId xmlns:a16="http://schemas.microsoft.com/office/drawing/2014/main" id="{D683706B-EA5C-F9E8-FEB8-D1E5923203C5}"/>
              </a:ext>
            </a:extLst>
          </p:cNvPr>
          <p:cNvSpPr/>
          <p:nvPr/>
        </p:nvSpPr>
        <p:spPr>
          <a:xfrm>
            <a:off x="7434571" y="3506392"/>
            <a:ext cx="1014566" cy="433383"/>
          </a:xfrm>
          <a:prstGeom prst="rect">
            <a:avLst/>
          </a:prstGeom>
          <a:solidFill>
            <a:srgbClr val="E6F1F5"/>
          </a:solidFill>
          <a:ln>
            <a:noFill/>
          </a:ln>
          <a:effectLst>
            <a:outerShdw blurRad="50800" dist="50800" dir="5400000" algn="ctr" rotWithShape="0">
              <a:srgbClr val="E6F1F5"/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Intelligent Decision Agent</a:t>
            </a:r>
            <a:endParaRPr lang="zh-CN" alt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95" name="直接连接符 194">
            <a:extLst>
              <a:ext uri="{FF2B5EF4-FFF2-40B4-BE49-F238E27FC236}">
                <a16:creationId xmlns:a16="http://schemas.microsoft.com/office/drawing/2014/main" id="{ACEA88AE-1AAE-1DE5-D930-937785B8314C}"/>
              </a:ext>
            </a:extLst>
          </p:cNvPr>
          <p:cNvCxnSpPr>
            <a:cxnSpLocks/>
          </p:cNvCxnSpPr>
          <p:nvPr/>
        </p:nvCxnSpPr>
        <p:spPr>
          <a:xfrm>
            <a:off x="3366033" y="4415421"/>
            <a:ext cx="746474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9" name="直接箭头连接符 208">
            <a:extLst>
              <a:ext uri="{FF2B5EF4-FFF2-40B4-BE49-F238E27FC236}">
                <a16:creationId xmlns:a16="http://schemas.microsoft.com/office/drawing/2014/main" id="{C0CA529B-5C43-000E-912D-F013672AC9C1}"/>
              </a:ext>
            </a:extLst>
          </p:cNvPr>
          <p:cNvCxnSpPr>
            <a:cxnSpLocks/>
          </p:cNvCxnSpPr>
          <p:nvPr/>
        </p:nvCxnSpPr>
        <p:spPr>
          <a:xfrm>
            <a:off x="8365746" y="3073280"/>
            <a:ext cx="956054" cy="0"/>
          </a:xfrm>
          <a:prstGeom prst="straightConnector1">
            <a:avLst/>
          </a:prstGeom>
          <a:ln w="34925" cmpd="sng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21" name="图片 220">
            <a:extLst>
              <a:ext uri="{FF2B5EF4-FFF2-40B4-BE49-F238E27FC236}">
                <a16:creationId xmlns:a16="http://schemas.microsoft.com/office/drawing/2014/main" id="{2CED2C41-3C9B-B9BE-7679-2E5958B8202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78206" y="926838"/>
            <a:ext cx="421424" cy="421424"/>
          </a:xfrm>
          <a:prstGeom prst="rect">
            <a:avLst/>
          </a:prstGeom>
          <a:solidFill>
            <a:schemeClr val="accent1"/>
          </a:solidFill>
        </p:spPr>
      </p:pic>
      <p:sp>
        <p:nvSpPr>
          <p:cNvPr id="222" name="矩形 221">
            <a:extLst>
              <a:ext uri="{FF2B5EF4-FFF2-40B4-BE49-F238E27FC236}">
                <a16:creationId xmlns:a16="http://schemas.microsoft.com/office/drawing/2014/main" id="{98CB7238-6236-A392-D9E3-F7B13C61BF51}"/>
              </a:ext>
            </a:extLst>
          </p:cNvPr>
          <p:cNvSpPr/>
          <p:nvPr/>
        </p:nvSpPr>
        <p:spPr>
          <a:xfrm>
            <a:off x="9796678" y="1395409"/>
            <a:ext cx="802148" cy="388620"/>
          </a:xfrm>
          <a:prstGeom prst="rect">
            <a:avLst/>
          </a:prstGeom>
          <a:solidFill>
            <a:srgbClr val="E6F1F5"/>
          </a:solidFill>
          <a:ln>
            <a:noFill/>
          </a:ln>
          <a:effectLst>
            <a:outerShdw blurRad="50800" dist="50800" dir="5400000" algn="ctr" rotWithShape="0">
              <a:srgbClr val="E6F1F5"/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Thinker Agent</a:t>
            </a:r>
            <a:endParaRPr lang="zh-CN" alt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3" name="矩形 222">
            <a:extLst>
              <a:ext uri="{FF2B5EF4-FFF2-40B4-BE49-F238E27FC236}">
                <a16:creationId xmlns:a16="http://schemas.microsoft.com/office/drawing/2014/main" id="{439257D7-0FA2-79B7-B9A2-A651E4B0FA1F}"/>
              </a:ext>
            </a:extLst>
          </p:cNvPr>
          <p:cNvSpPr/>
          <p:nvPr/>
        </p:nvSpPr>
        <p:spPr>
          <a:xfrm>
            <a:off x="9824473" y="2381395"/>
            <a:ext cx="802148" cy="388620"/>
          </a:xfrm>
          <a:prstGeom prst="rect">
            <a:avLst/>
          </a:prstGeom>
          <a:solidFill>
            <a:srgbClr val="E6F1F5"/>
          </a:solidFill>
          <a:ln>
            <a:noFill/>
          </a:ln>
          <a:effectLst>
            <a:outerShdw blurRad="50800" dist="50800" dir="5400000" algn="ctr" rotWithShape="0">
              <a:srgbClr val="E6F1F5"/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Thinker Agent</a:t>
            </a:r>
            <a:endParaRPr lang="zh-CN" alt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24" name="图片 223">
            <a:extLst>
              <a:ext uri="{FF2B5EF4-FFF2-40B4-BE49-F238E27FC236}">
                <a16:creationId xmlns:a16="http://schemas.microsoft.com/office/drawing/2014/main" id="{A7442AB3-7659-04C4-B5B7-512D9009F37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00526" y="1936015"/>
            <a:ext cx="418046" cy="418046"/>
          </a:xfrm>
          <a:prstGeom prst="rect">
            <a:avLst/>
          </a:prstGeom>
          <a:solidFill>
            <a:schemeClr val="accent1"/>
          </a:solidFill>
        </p:spPr>
      </p:pic>
      <p:pic>
        <p:nvPicPr>
          <p:cNvPr id="225" name="图片 224">
            <a:extLst>
              <a:ext uri="{FF2B5EF4-FFF2-40B4-BE49-F238E27FC236}">
                <a16:creationId xmlns:a16="http://schemas.microsoft.com/office/drawing/2014/main" id="{EDAC4A5C-4CBB-192E-D7BD-E052644FB69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84800" y="2825688"/>
            <a:ext cx="418046" cy="418046"/>
          </a:xfrm>
          <a:prstGeom prst="rect">
            <a:avLst/>
          </a:prstGeom>
          <a:solidFill>
            <a:schemeClr val="accent1"/>
          </a:solidFill>
        </p:spPr>
      </p:pic>
      <p:sp>
        <p:nvSpPr>
          <p:cNvPr id="226" name="矩形 225">
            <a:extLst>
              <a:ext uri="{FF2B5EF4-FFF2-40B4-BE49-F238E27FC236}">
                <a16:creationId xmlns:a16="http://schemas.microsoft.com/office/drawing/2014/main" id="{BA3B3A7A-7917-C8E8-56B8-B6D1D20829FA}"/>
              </a:ext>
            </a:extLst>
          </p:cNvPr>
          <p:cNvSpPr/>
          <p:nvPr/>
        </p:nvSpPr>
        <p:spPr>
          <a:xfrm>
            <a:off x="9826871" y="3273759"/>
            <a:ext cx="754762" cy="309565"/>
          </a:xfrm>
          <a:prstGeom prst="rect">
            <a:avLst/>
          </a:prstGeom>
          <a:solidFill>
            <a:srgbClr val="E6F1F5"/>
          </a:solidFill>
          <a:ln>
            <a:noFill/>
          </a:ln>
          <a:effectLst>
            <a:outerShdw blurRad="50800" dist="50800" dir="5400000" algn="ctr" rotWithShape="0">
              <a:srgbClr val="E6F1F5"/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Thinker Agent</a:t>
            </a:r>
            <a:endParaRPr lang="zh-CN" alt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27" name="图片 226">
            <a:extLst>
              <a:ext uri="{FF2B5EF4-FFF2-40B4-BE49-F238E27FC236}">
                <a16:creationId xmlns:a16="http://schemas.microsoft.com/office/drawing/2014/main" id="{51DA5885-268F-1A2D-6F72-19A20490C59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59235" y="3749204"/>
            <a:ext cx="418046" cy="418046"/>
          </a:xfrm>
          <a:prstGeom prst="rect">
            <a:avLst/>
          </a:prstGeom>
          <a:solidFill>
            <a:schemeClr val="accent1"/>
          </a:solidFill>
        </p:spPr>
      </p:pic>
      <p:sp>
        <p:nvSpPr>
          <p:cNvPr id="230" name="矩形 229">
            <a:extLst>
              <a:ext uri="{FF2B5EF4-FFF2-40B4-BE49-F238E27FC236}">
                <a16:creationId xmlns:a16="http://schemas.microsoft.com/office/drawing/2014/main" id="{5EC54199-D90D-CE4A-A703-922E2D48429E}"/>
              </a:ext>
            </a:extLst>
          </p:cNvPr>
          <p:cNvSpPr/>
          <p:nvPr/>
        </p:nvSpPr>
        <p:spPr>
          <a:xfrm>
            <a:off x="9803586" y="4243677"/>
            <a:ext cx="754762" cy="309565"/>
          </a:xfrm>
          <a:prstGeom prst="rect">
            <a:avLst/>
          </a:prstGeom>
          <a:solidFill>
            <a:srgbClr val="E6F1F5"/>
          </a:solidFill>
          <a:ln>
            <a:noFill/>
          </a:ln>
          <a:effectLst>
            <a:outerShdw blurRad="50800" dist="50800" dir="5400000" algn="ctr" rotWithShape="0">
              <a:srgbClr val="E6F1F5"/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Thinker Agent</a:t>
            </a:r>
            <a:endParaRPr lang="zh-CN" alt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1" name="图片 230">
            <a:extLst>
              <a:ext uri="{FF2B5EF4-FFF2-40B4-BE49-F238E27FC236}">
                <a16:creationId xmlns:a16="http://schemas.microsoft.com/office/drawing/2014/main" id="{1DA0824C-8E27-1EC9-33E3-A530BD21DB2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74089" y="4769564"/>
            <a:ext cx="418046" cy="418046"/>
          </a:xfrm>
          <a:prstGeom prst="rect">
            <a:avLst/>
          </a:prstGeom>
          <a:solidFill>
            <a:schemeClr val="accent1"/>
          </a:solidFill>
        </p:spPr>
      </p:pic>
      <p:sp>
        <p:nvSpPr>
          <p:cNvPr id="232" name="矩形 231">
            <a:extLst>
              <a:ext uri="{FF2B5EF4-FFF2-40B4-BE49-F238E27FC236}">
                <a16:creationId xmlns:a16="http://schemas.microsoft.com/office/drawing/2014/main" id="{30F893D4-82BD-99E0-95A9-A89AF2A4E0FD}"/>
              </a:ext>
            </a:extLst>
          </p:cNvPr>
          <p:cNvSpPr/>
          <p:nvPr/>
        </p:nvSpPr>
        <p:spPr>
          <a:xfrm>
            <a:off x="9804682" y="5257550"/>
            <a:ext cx="754762" cy="309565"/>
          </a:xfrm>
          <a:prstGeom prst="rect">
            <a:avLst/>
          </a:prstGeom>
          <a:solidFill>
            <a:srgbClr val="E6F1F5"/>
          </a:solidFill>
          <a:ln>
            <a:noFill/>
          </a:ln>
          <a:effectLst>
            <a:outerShdw blurRad="50800" dist="50800" dir="5400000" algn="ctr" rotWithShape="0">
              <a:srgbClr val="E6F1F5"/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Thinker Agent</a:t>
            </a:r>
            <a:endParaRPr lang="zh-CN" alt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37" name="直接箭头连接符 236">
            <a:extLst>
              <a:ext uri="{FF2B5EF4-FFF2-40B4-BE49-F238E27FC236}">
                <a16:creationId xmlns:a16="http://schemas.microsoft.com/office/drawing/2014/main" id="{9A9C88B1-F1E3-6D00-E89D-29AC42BBA8B4}"/>
              </a:ext>
            </a:extLst>
          </p:cNvPr>
          <p:cNvCxnSpPr>
            <a:cxnSpLocks/>
          </p:cNvCxnSpPr>
          <p:nvPr/>
        </p:nvCxnSpPr>
        <p:spPr>
          <a:xfrm>
            <a:off x="10528045" y="1087525"/>
            <a:ext cx="33448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4" name="图形 3" descr="条形图">
            <a:extLst>
              <a:ext uri="{FF2B5EF4-FFF2-40B4-BE49-F238E27FC236}">
                <a16:creationId xmlns:a16="http://schemas.microsoft.com/office/drawing/2014/main" id="{8C760E62-C5EA-13C4-0007-A4A29360A0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000678" y="833846"/>
            <a:ext cx="430303" cy="430303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31F86DF0-B95D-A95D-8FDF-0A81CBE5BA74}"/>
              </a:ext>
            </a:extLst>
          </p:cNvPr>
          <p:cNvSpPr/>
          <p:nvPr/>
        </p:nvSpPr>
        <p:spPr>
          <a:xfrm>
            <a:off x="10813562" y="1262521"/>
            <a:ext cx="986081" cy="388620"/>
          </a:xfrm>
          <a:prstGeom prst="rect">
            <a:avLst/>
          </a:prstGeom>
          <a:solidFill>
            <a:srgbClr val="E6F1F5"/>
          </a:solidFill>
          <a:ln>
            <a:noFill/>
          </a:ln>
          <a:effectLst>
            <a:outerShdw blurRad="50800" dist="50800" dir="5400000" algn="ctr" rotWithShape="0">
              <a:srgbClr val="E6F1F5"/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Trust Score</a:t>
            </a:r>
            <a:b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&amp;</a:t>
            </a:r>
            <a:b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Incentive Policy</a:t>
            </a:r>
            <a:endParaRPr lang="zh-CN" altLang="en-US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图形 5" descr="条形图">
            <a:extLst>
              <a:ext uri="{FF2B5EF4-FFF2-40B4-BE49-F238E27FC236}">
                <a16:creationId xmlns:a16="http://schemas.microsoft.com/office/drawing/2014/main" id="{EAFDF1FA-F3EA-D9F3-5E4B-F5C15A731D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000678" y="1807892"/>
            <a:ext cx="430303" cy="430303"/>
          </a:xfrm>
          <a:prstGeom prst="rect">
            <a:avLst/>
          </a:prstGeom>
        </p:spPr>
      </p:pic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73C37FBE-283B-EBF3-F22B-7019EA0B118A}"/>
              </a:ext>
            </a:extLst>
          </p:cNvPr>
          <p:cNvCxnSpPr>
            <a:cxnSpLocks/>
          </p:cNvCxnSpPr>
          <p:nvPr/>
        </p:nvCxnSpPr>
        <p:spPr>
          <a:xfrm>
            <a:off x="10530786" y="2082823"/>
            <a:ext cx="33448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01FBC8F5-959D-6742-921A-9297CDA48971}"/>
              </a:ext>
            </a:extLst>
          </p:cNvPr>
          <p:cNvCxnSpPr>
            <a:cxnSpLocks/>
          </p:cNvCxnSpPr>
          <p:nvPr/>
        </p:nvCxnSpPr>
        <p:spPr>
          <a:xfrm>
            <a:off x="10535732" y="2947887"/>
            <a:ext cx="33448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2" name="图形 11" descr="条形图">
            <a:extLst>
              <a:ext uri="{FF2B5EF4-FFF2-40B4-BE49-F238E27FC236}">
                <a16:creationId xmlns:a16="http://schemas.microsoft.com/office/drawing/2014/main" id="{6DA44790-F37C-EDF8-DB59-E18D00CFE6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013645" y="2715250"/>
            <a:ext cx="430303" cy="430303"/>
          </a:xfrm>
          <a:prstGeom prst="rect">
            <a:avLst/>
          </a:prstGeom>
        </p:spPr>
      </p:pic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000BDE75-5931-4AD8-0108-FDC06900CBAD}"/>
              </a:ext>
            </a:extLst>
          </p:cNvPr>
          <p:cNvCxnSpPr>
            <a:cxnSpLocks/>
          </p:cNvCxnSpPr>
          <p:nvPr/>
        </p:nvCxnSpPr>
        <p:spPr>
          <a:xfrm>
            <a:off x="10523383" y="3854232"/>
            <a:ext cx="33448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6" name="图形 15" descr="条形图">
            <a:extLst>
              <a:ext uri="{FF2B5EF4-FFF2-40B4-BE49-F238E27FC236}">
                <a16:creationId xmlns:a16="http://schemas.microsoft.com/office/drawing/2014/main" id="{7941128B-4EDD-2333-D904-2024A2065A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036346" y="3619821"/>
            <a:ext cx="430303" cy="430303"/>
          </a:xfrm>
          <a:prstGeom prst="rect">
            <a:avLst/>
          </a:prstGeom>
        </p:spPr>
      </p:pic>
      <p:pic>
        <p:nvPicPr>
          <p:cNvPr id="18" name="图形 17" descr="条形图">
            <a:extLst>
              <a:ext uri="{FF2B5EF4-FFF2-40B4-BE49-F238E27FC236}">
                <a16:creationId xmlns:a16="http://schemas.microsoft.com/office/drawing/2014/main" id="{04479D71-5B5A-DD0F-0FEB-C3C165B46E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058061" y="4609745"/>
            <a:ext cx="430303" cy="430303"/>
          </a:xfrm>
          <a:prstGeom prst="rect">
            <a:avLst/>
          </a:prstGeom>
        </p:spPr>
      </p:pic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A03B767B-2BC8-1D15-0FDB-CB6481825B58}"/>
              </a:ext>
            </a:extLst>
          </p:cNvPr>
          <p:cNvCxnSpPr>
            <a:cxnSpLocks/>
          </p:cNvCxnSpPr>
          <p:nvPr/>
        </p:nvCxnSpPr>
        <p:spPr>
          <a:xfrm>
            <a:off x="10539689" y="4913915"/>
            <a:ext cx="33448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1" name="右大括号 20">
            <a:extLst>
              <a:ext uri="{FF2B5EF4-FFF2-40B4-BE49-F238E27FC236}">
                <a16:creationId xmlns:a16="http://schemas.microsoft.com/office/drawing/2014/main" id="{23B19CF9-72A1-ACE0-F05B-4CDE818D037A}"/>
              </a:ext>
            </a:extLst>
          </p:cNvPr>
          <p:cNvSpPr/>
          <p:nvPr/>
        </p:nvSpPr>
        <p:spPr>
          <a:xfrm rot="10800000">
            <a:off x="9580472" y="1147571"/>
            <a:ext cx="192141" cy="3961458"/>
          </a:xfrm>
          <a:prstGeom prst="rightBrac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箭头: 下 26">
            <a:extLst>
              <a:ext uri="{FF2B5EF4-FFF2-40B4-BE49-F238E27FC236}">
                <a16:creationId xmlns:a16="http://schemas.microsoft.com/office/drawing/2014/main" id="{234A194F-228F-CD00-AA83-68118F538504}"/>
              </a:ext>
            </a:extLst>
          </p:cNvPr>
          <p:cNvSpPr/>
          <p:nvPr/>
        </p:nvSpPr>
        <p:spPr>
          <a:xfrm>
            <a:off x="8597853" y="3503218"/>
            <a:ext cx="445713" cy="531366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8" name="图形 27" descr="条形图">
            <a:extLst>
              <a:ext uri="{FF2B5EF4-FFF2-40B4-BE49-F238E27FC236}">
                <a16:creationId xmlns:a16="http://schemas.microsoft.com/office/drawing/2014/main" id="{C0E637FC-5B51-300E-2048-B2438B8134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244175" y="3983330"/>
            <a:ext cx="1275595" cy="1275595"/>
          </a:xfrm>
          <a:prstGeom prst="rect">
            <a:avLst/>
          </a:prstGeom>
        </p:spPr>
      </p:pic>
      <p:sp>
        <p:nvSpPr>
          <p:cNvPr id="31" name="矩形 30">
            <a:extLst>
              <a:ext uri="{FF2B5EF4-FFF2-40B4-BE49-F238E27FC236}">
                <a16:creationId xmlns:a16="http://schemas.microsoft.com/office/drawing/2014/main" id="{ED281CF5-6BA8-0320-FCF2-DCC38243225F}"/>
              </a:ext>
            </a:extLst>
          </p:cNvPr>
          <p:cNvSpPr/>
          <p:nvPr/>
        </p:nvSpPr>
        <p:spPr>
          <a:xfrm>
            <a:off x="8138662" y="5279319"/>
            <a:ext cx="1437897" cy="388620"/>
          </a:xfrm>
          <a:prstGeom prst="rect">
            <a:avLst/>
          </a:prstGeom>
          <a:solidFill>
            <a:srgbClr val="E6F1F5"/>
          </a:solidFill>
          <a:ln>
            <a:noFill/>
          </a:ln>
          <a:effectLst>
            <a:outerShdw blurRad="50800" dist="50800" dir="5400000" algn="ctr" rotWithShape="0">
              <a:srgbClr val="E6F1F5"/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Total Trust Score</a:t>
            </a:r>
          </a:p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&amp;</a:t>
            </a:r>
            <a:b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Incentive Policy</a:t>
            </a:r>
            <a:endParaRPr lang="zh-CN" alt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349F721C-9982-42FB-22B6-D7032A6AEE2E}"/>
              </a:ext>
            </a:extLst>
          </p:cNvPr>
          <p:cNvSpPr/>
          <p:nvPr/>
        </p:nvSpPr>
        <p:spPr>
          <a:xfrm>
            <a:off x="10820300" y="2238468"/>
            <a:ext cx="999865" cy="388620"/>
          </a:xfrm>
          <a:prstGeom prst="rect">
            <a:avLst/>
          </a:prstGeom>
          <a:solidFill>
            <a:srgbClr val="E6F1F5"/>
          </a:solidFill>
          <a:ln>
            <a:noFill/>
          </a:ln>
          <a:effectLst>
            <a:outerShdw blurRad="50800" dist="50800" dir="5400000" algn="ctr" rotWithShape="0">
              <a:srgbClr val="E6F1F5"/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Trust Score</a:t>
            </a:r>
            <a:b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&amp;</a:t>
            </a:r>
            <a:b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Incentive Policy</a:t>
            </a:r>
            <a:endParaRPr lang="zh-CN" altLang="en-US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D4320AE-F8A3-F098-C705-42066047985C}"/>
              </a:ext>
            </a:extLst>
          </p:cNvPr>
          <p:cNvSpPr/>
          <p:nvPr/>
        </p:nvSpPr>
        <p:spPr>
          <a:xfrm>
            <a:off x="10798623" y="3139920"/>
            <a:ext cx="996040" cy="388620"/>
          </a:xfrm>
          <a:prstGeom prst="rect">
            <a:avLst/>
          </a:prstGeom>
          <a:solidFill>
            <a:srgbClr val="E6F1F5"/>
          </a:solidFill>
          <a:ln>
            <a:noFill/>
          </a:ln>
          <a:effectLst>
            <a:outerShdw blurRad="50800" dist="50800" dir="5400000" algn="ctr" rotWithShape="0">
              <a:srgbClr val="E6F1F5"/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Trust Score</a:t>
            </a:r>
            <a:b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&amp;</a:t>
            </a:r>
            <a:b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Incentive Policy</a:t>
            </a:r>
            <a:endParaRPr lang="zh-CN" altLang="en-US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8F6889D-8031-B94A-D43E-1E903C69C8A2}"/>
              </a:ext>
            </a:extLst>
          </p:cNvPr>
          <p:cNvSpPr/>
          <p:nvPr/>
        </p:nvSpPr>
        <p:spPr>
          <a:xfrm>
            <a:off x="10798623" y="4043377"/>
            <a:ext cx="996040" cy="388620"/>
          </a:xfrm>
          <a:prstGeom prst="rect">
            <a:avLst/>
          </a:prstGeom>
          <a:solidFill>
            <a:srgbClr val="E6F1F5"/>
          </a:solidFill>
          <a:ln>
            <a:noFill/>
          </a:ln>
          <a:effectLst>
            <a:outerShdw blurRad="50800" dist="50800" dir="5400000" algn="ctr" rotWithShape="0">
              <a:srgbClr val="E6F1F5"/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Trust Score</a:t>
            </a:r>
            <a:b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&amp;</a:t>
            </a:r>
            <a:b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Incentive Policy</a:t>
            </a:r>
            <a:endParaRPr lang="zh-CN" altLang="en-US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D0F366D7-F5CA-F68A-D216-17E632EEBB5A}"/>
              </a:ext>
            </a:extLst>
          </p:cNvPr>
          <p:cNvSpPr/>
          <p:nvPr/>
        </p:nvSpPr>
        <p:spPr>
          <a:xfrm>
            <a:off x="10822025" y="5023466"/>
            <a:ext cx="996040" cy="388620"/>
          </a:xfrm>
          <a:prstGeom prst="rect">
            <a:avLst/>
          </a:prstGeom>
          <a:solidFill>
            <a:srgbClr val="E6F1F5"/>
          </a:solidFill>
          <a:ln>
            <a:noFill/>
          </a:ln>
          <a:effectLst>
            <a:outerShdw blurRad="50800" dist="50800" dir="5400000" algn="ctr" rotWithShape="0">
              <a:srgbClr val="E6F1F5"/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Trust Score</a:t>
            </a:r>
            <a:b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&amp;</a:t>
            </a:r>
            <a:b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Incentive Policy</a:t>
            </a:r>
            <a:endParaRPr lang="zh-CN" altLang="en-US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箭头: 上弧形 57">
            <a:extLst>
              <a:ext uri="{FF2B5EF4-FFF2-40B4-BE49-F238E27FC236}">
                <a16:creationId xmlns:a16="http://schemas.microsoft.com/office/drawing/2014/main" id="{7E2F0133-B2DB-0BBB-1127-6457F8469E43}"/>
              </a:ext>
            </a:extLst>
          </p:cNvPr>
          <p:cNvSpPr/>
          <p:nvPr/>
        </p:nvSpPr>
        <p:spPr>
          <a:xfrm rot="10800000">
            <a:off x="2237781" y="6020895"/>
            <a:ext cx="6734143" cy="548285"/>
          </a:xfrm>
          <a:prstGeom prst="curvedDownArrow">
            <a:avLst>
              <a:gd name="adj1" fmla="val 13450"/>
              <a:gd name="adj2" fmla="val 50000"/>
              <a:gd name="adj3" fmla="val 25000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249A9E23-9CB8-B6AF-929A-B04FCB3AE65D}"/>
              </a:ext>
            </a:extLst>
          </p:cNvPr>
          <p:cNvSpPr txBox="1"/>
          <p:nvPr/>
        </p:nvSpPr>
        <p:spPr>
          <a:xfrm>
            <a:off x="5280259" y="6165277"/>
            <a:ext cx="1738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Status Update </a:t>
            </a:r>
            <a:endParaRPr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B53E7D02-E6D7-1A74-35FA-7541621886F9}"/>
              </a:ext>
            </a:extLst>
          </p:cNvPr>
          <p:cNvCxnSpPr>
            <a:cxnSpLocks/>
          </p:cNvCxnSpPr>
          <p:nvPr/>
        </p:nvCxnSpPr>
        <p:spPr>
          <a:xfrm flipH="1">
            <a:off x="8369425" y="3345804"/>
            <a:ext cx="866015" cy="0"/>
          </a:xfrm>
          <a:prstGeom prst="straightConnector1">
            <a:avLst/>
          </a:prstGeom>
          <a:ln w="34925" cmpd="sng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3595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2CC49-5EF0-7A7A-68CF-4C88AE055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矩形 47">
            <a:extLst>
              <a:ext uri="{FF2B5EF4-FFF2-40B4-BE49-F238E27FC236}">
                <a16:creationId xmlns:a16="http://schemas.microsoft.com/office/drawing/2014/main" id="{F726B806-07FA-5A64-C4D9-523065A46FF1}"/>
              </a:ext>
            </a:extLst>
          </p:cNvPr>
          <p:cNvSpPr/>
          <p:nvPr/>
        </p:nvSpPr>
        <p:spPr>
          <a:xfrm>
            <a:off x="7870897" y="501388"/>
            <a:ext cx="4158937" cy="6320385"/>
          </a:xfrm>
          <a:prstGeom prst="rect">
            <a:avLst/>
          </a:prstGeom>
          <a:solidFill>
            <a:srgbClr val="E6F1F5"/>
          </a:solidFill>
          <a:ln>
            <a:noFill/>
          </a:ln>
          <a:effectLst>
            <a:outerShdw blurRad="50800" dist="50800" dir="5400000" algn="ctr" rotWithShape="0">
              <a:srgbClr val="E6F1F5"/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800" b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ED9A6F84-8CB7-93D7-B766-E620FF1D5BC5}"/>
              </a:ext>
            </a:extLst>
          </p:cNvPr>
          <p:cNvSpPr/>
          <p:nvPr/>
        </p:nvSpPr>
        <p:spPr>
          <a:xfrm>
            <a:off x="45593" y="537611"/>
            <a:ext cx="4064561" cy="6314871"/>
          </a:xfrm>
          <a:prstGeom prst="rect">
            <a:avLst/>
          </a:prstGeom>
          <a:solidFill>
            <a:srgbClr val="FBEDE1"/>
          </a:solidFill>
          <a:ln>
            <a:solidFill>
              <a:schemeClr val="bg1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7D93132-F6E1-839F-98F9-34BA7FAA7D13}"/>
              </a:ext>
            </a:extLst>
          </p:cNvPr>
          <p:cNvSpPr/>
          <p:nvPr/>
        </p:nvSpPr>
        <p:spPr>
          <a:xfrm>
            <a:off x="4087781" y="537612"/>
            <a:ext cx="3793475" cy="6320388"/>
          </a:xfrm>
          <a:prstGeom prst="rect">
            <a:avLst/>
          </a:prstGeom>
          <a:solidFill>
            <a:srgbClr val="E6F1F5"/>
          </a:solidFill>
          <a:ln>
            <a:solidFill>
              <a:schemeClr val="bg1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CBF674E9-8BA8-E725-558B-E6368E10FBB1}"/>
              </a:ext>
            </a:extLst>
          </p:cNvPr>
          <p:cNvCxnSpPr>
            <a:cxnSpLocks/>
          </p:cNvCxnSpPr>
          <p:nvPr/>
        </p:nvCxnSpPr>
        <p:spPr>
          <a:xfrm flipH="1">
            <a:off x="45593" y="3134916"/>
            <a:ext cx="7714324" cy="0"/>
          </a:xfrm>
          <a:prstGeom prst="line">
            <a:avLst/>
          </a:prstGeom>
          <a:ln>
            <a:prstDash val="dash"/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77ECCB1B-B104-14F9-3F74-AF293A5E6CEF}"/>
              </a:ext>
            </a:extLst>
          </p:cNvPr>
          <p:cNvCxnSpPr>
            <a:cxnSpLocks/>
          </p:cNvCxnSpPr>
          <p:nvPr/>
        </p:nvCxnSpPr>
        <p:spPr>
          <a:xfrm flipV="1">
            <a:off x="7890548" y="510922"/>
            <a:ext cx="0" cy="6395325"/>
          </a:xfrm>
          <a:prstGeom prst="line">
            <a:avLst/>
          </a:prstGeom>
          <a:ln>
            <a:prstDash val="dash"/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1" name="图片 10">
            <a:extLst>
              <a:ext uri="{FF2B5EF4-FFF2-40B4-BE49-F238E27FC236}">
                <a16:creationId xmlns:a16="http://schemas.microsoft.com/office/drawing/2014/main" id="{6E274088-FB6F-1DA5-9AAA-B353AA1F84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36" y="991513"/>
            <a:ext cx="442495" cy="442495"/>
          </a:xfrm>
          <a:prstGeom prst="rect">
            <a:avLst/>
          </a:prstGeom>
        </p:spPr>
      </p:pic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E56187A3-B469-7248-CCE9-AEA37F0BDC0C}"/>
              </a:ext>
            </a:extLst>
          </p:cNvPr>
          <p:cNvCxnSpPr>
            <a:cxnSpLocks/>
          </p:cNvCxnSpPr>
          <p:nvPr/>
        </p:nvCxnSpPr>
        <p:spPr>
          <a:xfrm flipV="1">
            <a:off x="4080342" y="510922"/>
            <a:ext cx="32165" cy="6347078"/>
          </a:xfrm>
          <a:prstGeom prst="line">
            <a:avLst/>
          </a:prstGeom>
          <a:ln>
            <a:prstDash val="dash"/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2" name="图片 21">
            <a:extLst>
              <a:ext uri="{FF2B5EF4-FFF2-40B4-BE49-F238E27FC236}">
                <a16:creationId xmlns:a16="http://schemas.microsoft.com/office/drawing/2014/main" id="{7F9F2DB4-67B8-6833-F9C8-2D4FD2CC501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606" y="1398882"/>
            <a:ext cx="658712" cy="658712"/>
          </a:xfrm>
          <a:prstGeom prst="rect">
            <a:avLst/>
          </a:prstGeom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D7B3C9FA-4D98-7054-36BD-B1F17E95006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7044394">
            <a:off x="435871" y="1199724"/>
            <a:ext cx="468565" cy="468565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C1E5385C-F40B-5450-E00F-923E7E720BB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077" y="2168546"/>
            <a:ext cx="442495" cy="442495"/>
          </a:xfrm>
          <a:prstGeom prst="rect">
            <a:avLst/>
          </a:prstGeom>
        </p:spPr>
      </p:pic>
      <p:pic>
        <p:nvPicPr>
          <p:cNvPr id="32" name="图片 31">
            <a:extLst>
              <a:ext uri="{FF2B5EF4-FFF2-40B4-BE49-F238E27FC236}">
                <a16:creationId xmlns:a16="http://schemas.microsoft.com/office/drawing/2014/main" id="{9B1C673D-23C1-6D14-1D29-646A74D96CB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892081">
            <a:off x="451919" y="1824410"/>
            <a:ext cx="485300" cy="485300"/>
          </a:xfrm>
          <a:prstGeom prst="rect">
            <a:avLst/>
          </a:prstGeom>
        </p:spPr>
      </p:pic>
      <p:pic>
        <p:nvPicPr>
          <p:cNvPr id="33" name="图片 32">
            <a:extLst>
              <a:ext uri="{FF2B5EF4-FFF2-40B4-BE49-F238E27FC236}">
                <a16:creationId xmlns:a16="http://schemas.microsoft.com/office/drawing/2014/main" id="{21D59A1B-2FC0-9614-8AB6-9A8DAFB7B16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3500129">
            <a:off x="1433770" y="1221847"/>
            <a:ext cx="468565" cy="468565"/>
          </a:xfrm>
          <a:prstGeom prst="rect">
            <a:avLst/>
          </a:prstGeom>
        </p:spPr>
      </p:pic>
      <p:pic>
        <p:nvPicPr>
          <p:cNvPr id="34" name="图片 33">
            <a:extLst>
              <a:ext uri="{FF2B5EF4-FFF2-40B4-BE49-F238E27FC236}">
                <a16:creationId xmlns:a16="http://schemas.microsoft.com/office/drawing/2014/main" id="{1ABB47CF-B0C1-C2E5-F317-59F77EC082E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7000502">
            <a:off x="1389087" y="1808479"/>
            <a:ext cx="468565" cy="468565"/>
          </a:xfrm>
          <a:prstGeom prst="rect">
            <a:avLst/>
          </a:prstGeom>
        </p:spPr>
      </p:pic>
      <p:pic>
        <p:nvPicPr>
          <p:cNvPr id="35" name="图片 34">
            <a:extLst>
              <a:ext uri="{FF2B5EF4-FFF2-40B4-BE49-F238E27FC236}">
                <a16:creationId xmlns:a16="http://schemas.microsoft.com/office/drawing/2014/main" id="{600E95D5-D9ED-02E3-D141-9C31F691AA8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0057" y="946924"/>
            <a:ext cx="442495" cy="442495"/>
          </a:xfrm>
          <a:prstGeom prst="rect">
            <a:avLst/>
          </a:prstGeom>
        </p:spPr>
      </p:pic>
      <p:pic>
        <p:nvPicPr>
          <p:cNvPr id="37" name="图片 36">
            <a:extLst>
              <a:ext uri="{FF2B5EF4-FFF2-40B4-BE49-F238E27FC236}">
                <a16:creationId xmlns:a16="http://schemas.microsoft.com/office/drawing/2014/main" id="{8FAA6753-25DD-2DA1-E78A-65F7A16A85C8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91" y="2217417"/>
            <a:ext cx="344626" cy="344626"/>
          </a:xfrm>
          <a:prstGeom prst="rect">
            <a:avLst/>
          </a:prstGeom>
        </p:spPr>
      </p:pic>
      <p:sp>
        <p:nvSpPr>
          <p:cNvPr id="43" name="文本框 42">
            <a:extLst>
              <a:ext uri="{FF2B5EF4-FFF2-40B4-BE49-F238E27FC236}">
                <a16:creationId xmlns:a16="http://schemas.microsoft.com/office/drawing/2014/main" id="{756FBF4B-DF35-BFFB-29EC-EF353E4F5960}"/>
              </a:ext>
            </a:extLst>
          </p:cNvPr>
          <p:cNvSpPr txBox="1"/>
          <p:nvPr/>
        </p:nvSpPr>
        <p:spPr>
          <a:xfrm>
            <a:off x="1290646" y="156287"/>
            <a:ext cx="1668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UAV Network </a:t>
            </a:r>
            <a:endParaRPr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B957ED3B-00F5-891F-A3F1-0E26D54A0F9D}"/>
              </a:ext>
            </a:extLst>
          </p:cNvPr>
          <p:cNvSpPr txBox="1"/>
          <p:nvPr/>
        </p:nvSpPr>
        <p:spPr>
          <a:xfrm>
            <a:off x="1488318" y="2512573"/>
            <a:ext cx="941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Arial" panose="020B0604020202020204" pitchFamily="34" charset="0"/>
                <a:cs typeface="Arial" panose="020B0604020202020204" pitchFamily="34" charset="0"/>
              </a:rPr>
              <a:t>Anomalies</a:t>
            </a:r>
            <a:endParaRPr lang="zh-CN" alt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7BC0E648-DB48-768A-8F1C-CDA881F7D2DE}"/>
              </a:ext>
            </a:extLst>
          </p:cNvPr>
          <p:cNvCxnSpPr/>
          <p:nvPr/>
        </p:nvCxnSpPr>
        <p:spPr>
          <a:xfrm>
            <a:off x="45593" y="537612"/>
            <a:ext cx="11992884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EC2CA2A9-46FF-C556-CB7C-1B8F7258E226}"/>
              </a:ext>
            </a:extLst>
          </p:cNvPr>
          <p:cNvSpPr txBox="1"/>
          <p:nvPr/>
        </p:nvSpPr>
        <p:spPr>
          <a:xfrm>
            <a:off x="315059" y="676816"/>
            <a:ext cx="16228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Arial" panose="020B0604020202020204" pitchFamily="34" charset="0"/>
                <a:cs typeface="Arial" panose="020B0604020202020204" pitchFamily="34" charset="0"/>
              </a:rPr>
              <a:t>UAV Swarm Access</a:t>
            </a:r>
            <a:endParaRPr lang="zh-CN" alt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等腰三角形 51">
            <a:extLst>
              <a:ext uri="{FF2B5EF4-FFF2-40B4-BE49-F238E27FC236}">
                <a16:creationId xmlns:a16="http://schemas.microsoft.com/office/drawing/2014/main" id="{53E05F82-8257-BEFD-2DB9-E717B167DCA2}"/>
              </a:ext>
            </a:extLst>
          </p:cNvPr>
          <p:cNvSpPr/>
          <p:nvPr/>
        </p:nvSpPr>
        <p:spPr>
          <a:xfrm rot="5400000">
            <a:off x="2164469" y="1529441"/>
            <a:ext cx="505104" cy="358480"/>
          </a:xfrm>
          <a:prstGeom prst="triangl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5" name="图片 54">
            <a:extLst>
              <a:ext uri="{FF2B5EF4-FFF2-40B4-BE49-F238E27FC236}">
                <a16:creationId xmlns:a16="http://schemas.microsoft.com/office/drawing/2014/main" id="{93EC8578-9025-9300-A658-FBE9C17A1AE0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041" y="1424497"/>
            <a:ext cx="583878" cy="583878"/>
          </a:xfrm>
          <a:prstGeom prst="rect">
            <a:avLst/>
          </a:prstGeom>
          <a:solidFill>
            <a:schemeClr val="accent1"/>
          </a:solidFill>
        </p:spPr>
      </p:pic>
      <p:sp>
        <p:nvSpPr>
          <p:cNvPr id="56" name="文本框 55">
            <a:extLst>
              <a:ext uri="{FF2B5EF4-FFF2-40B4-BE49-F238E27FC236}">
                <a16:creationId xmlns:a16="http://schemas.microsoft.com/office/drawing/2014/main" id="{7E2CAFE7-BF00-BC1E-D04A-FFA4A0420962}"/>
              </a:ext>
            </a:extLst>
          </p:cNvPr>
          <p:cNvSpPr txBox="1"/>
          <p:nvPr/>
        </p:nvSpPr>
        <p:spPr>
          <a:xfrm>
            <a:off x="2348011" y="2104396"/>
            <a:ext cx="18340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Arial" panose="020B0604020202020204" pitchFamily="34" charset="0"/>
                <a:cs typeface="Arial" panose="020B0604020202020204" pitchFamily="34" charset="0"/>
              </a:rPr>
              <a:t>Summarization Agent</a:t>
            </a:r>
            <a:endParaRPr lang="zh-CN" alt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032754DE-9863-E641-224B-613253A28F64}"/>
              </a:ext>
            </a:extLst>
          </p:cNvPr>
          <p:cNvCxnSpPr>
            <a:cxnSpLocks/>
          </p:cNvCxnSpPr>
          <p:nvPr/>
        </p:nvCxnSpPr>
        <p:spPr>
          <a:xfrm flipV="1">
            <a:off x="4096601" y="1441505"/>
            <a:ext cx="437627" cy="27493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621F8AF2-7C2C-F891-3BE1-B6956EC44C5F}"/>
              </a:ext>
            </a:extLst>
          </p:cNvPr>
          <p:cNvCxnSpPr>
            <a:cxnSpLocks/>
          </p:cNvCxnSpPr>
          <p:nvPr/>
        </p:nvCxnSpPr>
        <p:spPr>
          <a:xfrm>
            <a:off x="4096424" y="1716436"/>
            <a:ext cx="437982" cy="25255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7" name="流程图: 接点 76">
            <a:extLst>
              <a:ext uri="{FF2B5EF4-FFF2-40B4-BE49-F238E27FC236}">
                <a16:creationId xmlns:a16="http://schemas.microsoft.com/office/drawing/2014/main" id="{A4DA5D99-BE87-5BC7-CCAF-30D988AD52DD}"/>
              </a:ext>
            </a:extLst>
          </p:cNvPr>
          <p:cNvSpPr/>
          <p:nvPr/>
        </p:nvSpPr>
        <p:spPr>
          <a:xfrm>
            <a:off x="4604086" y="1030937"/>
            <a:ext cx="491479" cy="425192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latin typeface="Arial" panose="020B0604020202020204" pitchFamily="34" charset="0"/>
                <a:cs typeface="Arial" panose="020B0604020202020204" pitchFamily="34" charset="0"/>
              </a:rPr>
              <a:t>T1</a:t>
            </a:r>
            <a:endParaRPr lang="zh-CN" alt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0C1E7D20-EE91-1EE1-26D6-75F663B3C962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3378919" y="1716436"/>
            <a:ext cx="746474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B25496AB-F273-664B-3703-77A4495C6C34}"/>
              </a:ext>
            </a:extLst>
          </p:cNvPr>
          <p:cNvCxnSpPr>
            <a:cxnSpLocks/>
          </p:cNvCxnSpPr>
          <p:nvPr/>
        </p:nvCxnSpPr>
        <p:spPr>
          <a:xfrm flipV="1">
            <a:off x="5180994" y="1205984"/>
            <a:ext cx="580695" cy="517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5AABEE27-8E92-129C-E3FF-B6ADEA10C231}"/>
              </a:ext>
            </a:extLst>
          </p:cNvPr>
          <p:cNvCxnSpPr>
            <a:cxnSpLocks/>
          </p:cNvCxnSpPr>
          <p:nvPr/>
        </p:nvCxnSpPr>
        <p:spPr>
          <a:xfrm flipV="1">
            <a:off x="5180995" y="2214877"/>
            <a:ext cx="580695" cy="517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7" name="文本框 86">
            <a:extLst>
              <a:ext uri="{FF2B5EF4-FFF2-40B4-BE49-F238E27FC236}">
                <a16:creationId xmlns:a16="http://schemas.microsoft.com/office/drawing/2014/main" id="{13B766B1-C7EE-8C42-6263-BC50E87440C2}"/>
              </a:ext>
            </a:extLst>
          </p:cNvPr>
          <p:cNvSpPr txBox="1"/>
          <p:nvPr/>
        </p:nvSpPr>
        <p:spPr>
          <a:xfrm>
            <a:off x="4388582" y="-47336"/>
            <a:ext cx="31919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Multi-factor Trust Evaluation Mechanism</a:t>
            </a:r>
            <a:endParaRPr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8" name="流程图: 接点 87">
            <a:extLst>
              <a:ext uri="{FF2B5EF4-FFF2-40B4-BE49-F238E27FC236}">
                <a16:creationId xmlns:a16="http://schemas.microsoft.com/office/drawing/2014/main" id="{DA79DF18-5EF2-1013-6311-3FA945F6C05A}"/>
              </a:ext>
            </a:extLst>
          </p:cNvPr>
          <p:cNvSpPr/>
          <p:nvPr/>
        </p:nvSpPr>
        <p:spPr>
          <a:xfrm>
            <a:off x="4588091" y="1999317"/>
            <a:ext cx="491479" cy="425192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latin typeface="Arial" panose="020B0604020202020204" pitchFamily="34" charset="0"/>
                <a:cs typeface="Arial" panose="020B0604020202020204" pitchFamily="34" charset="0"/>
              </a:rPr>
              <a:t>T2</a:t>
            </a:r>
            <a:endParaRPr lang="zh-CN" alt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659AED69-3352-1022-0527-412A03370086}"/>
              </a:ext>
            </a:extLst>
          </p:cNvPr>
          <p:cNvSpPr txBox="1"/>
          <p:nvPr/>
        </p:nvSpPr>
        <p:spPr>
          <a:xfrm>
            <a:off x="4269979" y="709277"/>
            <a:ext cx="1359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Arial" panose="020B0604020202020204" pitchFamily="34" charset="0"/>
                <a:cs typeface="Arial" panose="020B0604020202020204" pitchFamily="34" charset="0"/>
              </a:rPr>
              <a:t>Trust Branches</a:t>
            </a:r>
            <a:endParaRPr lang="zh-CN" alt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1" name="图形 90" descr="计算机">
            <a:extLst>
              <a:ext uri="{FF2B5EF4-FFF2-40B4-BE49-F238E27FC236}">
                <a16:creationId xmlns:a16="http://schemas.microsoft.com/office/drawing/2014/main" id="{67C219B2-E370-691E-82F2-1B9CAEBA46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3950" y="3561217"/>
            <a:ext cx="914400" cy="914400"/>
          </a:xfrm>
          <a:prstGeom prst="rect">
            <a:avLst/>
          </a:prstGeom>
        </p:spPr>
      </p:pic>
      <p:pic>
        <p:nvPicPr>
          <p:cNvPr id="93" name="图形 92" descr="数据库">
            <a:extLst>
              <a:ext uri="{FF2B5EF4-FFF2-40B4-BE49-F238E27FC236}">
                <a16:creationId xmlns:a16="http://schemas.microsoft.com/office/drawing/2014/main" id="{9B07752C-18B1-D988-544A-73490F14B7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30137" y="4497686"/>
            <a:ext cx="914400" cy="914400"/>
          </a:xfrm>
          <a:prstGeom prst="rect">
            <a:avLst/>
          </a:prstGeom>
        </p:spPr>
      </p:pic>
      <p:pic>
        <p:nvPicPr>
          <p:cNvPr id="95" name="图片 94">
            <a:extLst>
              <a:ext uri="{FF2B5EF4-FFF2-40B4-BE49-F238E27FC236}">
                <a16:creationId xmlns:a16="http://schemas.microsoft.com/office/drawing/2014/main" id="{D5B4DF0C-A31F-379E-892B-D15AA784D06C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9981" y="1252239"/>
            <a:ext cx="313054" cy="313054"/>
          </a:xfrm>
          <a:prstGeom prst="rect">
            <a:avLst/>
          </a:prstGeom>
        </p:spPr>
      </p:pic>
      <p:pic>
        <p:nvPicPr>
          <p:cNvPr id="96" name="图片 95">
            <a:extLst>
              <a:ext uri="{FF2B5EF4-FFF2-40B4-BE49-F238E27FC236}">
                <a16:creationId xmlns:a16="http://schemas.microsoft.com/office/drawing/2014/main" id="{1FBDFF9E-4F68-8C97-03F7-94D4991479EF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7521" y="2262834"/>
            <a:ext cx="313054" cy="313054"/>
          </a:xfrm>
          <a:prstGeom prst="rect">
            <a:avLst/>
          </a:prstGeom>
        </p:spPr>
      </p:pic>
      <p:sp>
        <p:nvSpPr>
          <p:cNvPr id="97" name="文本框 96">
            <a:extLst>
              <a:ext uri="{FF2B5EF4-FFF2-40B4-BE49-F238E27FC236}">
                <a16:creationId xmlns:a16="http://schemas.microsoft.com/office/drawing/2014/main" id="{2FC7A817-4530-D3E3-1C46-A0CF803FF604}"/>
              </a:ext>
            </a:extLst>
          </p:cNvPr>
          <p:cNvSpPr txBox="1"/>
          <p:nvPr/>
        </p:nvSpPr>
        <p:spPr>
          <a:xfrm>
            <a:off x="5177826" y="1532071"/>
            <a:ext cx="5379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latin typeface="Arial" panose="020B0604020202020204" pitchFamily="34" charset="0"/>
                <a:cs typeface="Arial" panose="020B0604020202020204" pitchFamily="34" charset="0"/>
              </a:rPr>
              <a:t>Verify</a:t>
            </a:r>
            <a:endParaRPr lang="zh-CN" alt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1AB3A6E1-B773-C985-453A-86F91DCAA7C6}"/>
              </a:ext>
            </a:extLst>
          </p:cNvPr>
          <p:cNvSpPr txBox="1"/>
          <p:nvPr/>
        </p:nvSpPr>
        <p:spPr>
          <a:xfrm>
            <a:off x="5187977" y="2544787"/>
            <a:ext cx="5379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latin typeface="Arial" panose="020B0604020202020204" pitchFamily="34" charset="0"/>
                <a:cs typeface="Arial" panose="020B0604020202020204" pitchFamily="34" charset="0"/>
              </a:rPr>
              <a:t>Verify</a:t>
            </a:r>
            <a:endParaRPr lang="zh-CN" alt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9" name="流程图: 资料带 98">
            <a:extLst>
              <a:ext uri="{FF2B5EF4-FFF2-40B4-BE49-F238E27FC236}">
                <a16:creationId xmlns:a16="http://schemas.microsoft.com/office/drawing/2014/main" id="{DFD3C77C-8347-87F8-11B6-92CF619C7B80}"/>
              </a:ext>
            </a:extLst>
          </p:cNvPr>
          <p:cNvSpPr/>
          <p:nvPr/>
        </p:nvSpPr>
        <p:spPr>
          <a:xfrm>
            <a:off x="5909360" y="778047"/>
            <a:ext cx="1014566" cy="618956"/>
          </a:xfrm>
          <a:prstGeom prst="flowChartPunchedTape">
            <a:avLst/>
          </a:prstGeom>
          <a:solidFill>
            <a:srgbClr val="FFFF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流程图: 资料带 101">
            <a:extLst>
              <a:ext uri="{FF2B5EF4-FFF2-40B4-BE49-F238E27FC236}">
                <a16:creationId xmlns:a16="http://schemas.microsoft.com/office/drawing/2014/main" id="{6ED0D411-274E-4A9B-74C7-0DB1EBAF0946}"/>
              </a:ext>
            </a:extLst>
          </p:cNvPr>
          <p:cNvSpPr/>
          <p:nvPr/>
        </p:nvSpPr>
        <p:spPr>
          <a:xfrm>
            <a:off x="6044983" y="855843"/>
            <a:ext cx="1014566" cy="618956"/>
          </a:xfrm>
          <a:prstGeom prst="flowChartPunchedTape">
            <a:avLst/>
          </a:prstGeom>
          <a:solidFill>
            <a:srgbClr val="FFFF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流程图: 资料带 102">
            <a:extLst>
              <a:ext uri="{FF2B5EF4-FFF2-40B4-BE49-F238E27FC236}">
                <a16:creationId xmlns:a16="http://schemas.microsoft.com/office/drawing/2014/main" id="{41A48090-3C83-D24C-9D42-B482AF84F393}"/>
              </a:ext>
            </a:extLst>
          </p:cNvPr>
          <p:cNvSpPr/>
          <p:nvPr/>
        </p:nvSpPr>
        <p:spPr>
          <a:xfrm>
            <a:off x="6208071" y="913115"/>
            <a:ext cx="1014566" cy="618956"/>
          </a:xfrm>
          <a:prstGeom prst="flowChartPunchedTape">
            <a:avLst/>
          </a:prstGeom>
          <a:solidFill>
            <a:srgbClr val="FFFF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Multi-factor From T1</a:t>
            </a:r>
            <a:endParaRPr lang="zh-CN" alt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4" name="图片 103">
            <a:extLst>
              <a:ext uri="{FF2B5EF4-FFF2-40B4-BE49-F238E27FC236}">
                <a16:creationId xmlns:a16="http://schemas.microsoft.com/office/drawing/2014/main" id="{484D0DEA-EDC8-6210-EB63-5C0D7293D6E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81387" y="2821273"/>
            <a:ext cx="579170" cy="579170"/>
          </a:xfrm>
          <a:prstGeom prst="rect">
            <a:avLst/>
          </a:prstGeom>
          <a:solidFill>
            <a:schemeClr val="accent1"/>
          </a:solidFill>
        </p:spPr>
      </p:pic>
      <p:sp>
        <p:nvSpPr>
          <p:cNvPr id="114" name="流程图: 资料带 113">
            <a:extLst>
              <a:ext uri="{FF2B5EF4-FFF2-40B4-BE49-F238E27FC236}">
                <a16:creationId xmlns:a16="http://schemas.microsoft.com/office/drawing/2014/main" id="{B11127B7-770F-D0DC-B13F-9FC8F180DB52}"/>
              </a:ext>
            </a:extLst>
          </p:cNvPr>
          <p:cNvSpPr/>
          <p:nvPr/>
        </p:nvSpPr>
        <p:spPr>
          <a:xfrm>
            <a:off x="5909360" y="1945248"/>
            <a:ext cx="1014566" cy="618956"/>
          </a:xfrm>
          <a:prstGeom prst="flowChartPunchedTape">
            <a:avLst/>
          </a:prstGeom>
          <a:solidFill>
            <a:srgbClr val="FFFF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流程图: 资料带 114">
            <a:extLst>
              <a:ext uri="{FF2B5EF4-FFF2-40B4-BE49-F238E27FC236}">
                <a16:creationId xmlns:a16="http://schemas.microsoft.com/office/drawing/2014/main" id="{A09860B0-FF63-5C62-9774-05E1ED3AE71F}"/>
              </a:ext>
            </a:extLst>
          </p:cNvPr>
          <p:cNvSpPr/>
          <p:nvPr/>
        </p:nvSpPr>
        <p:spPr>
          <a:xfrm>
            <a:off x="6044983" y="2023044"/>
            <a:ext cx="1014566" cy="618956"/>
          </a:xfrm>
          <a:prstGeom prst="flowChartPunchedTape">
            <a:avLst/>
          </a:prstGeom>
          <a:solidFill>
            <a:srgbClr val="FFFF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流程图: 资料带 115">
            <a:extLst>
              <a:ext uri="{FF2B5EF4-FFF2-40B4-BE49-F238E27FC236}">
                <a16:creationId xmlns:a16="http://schemas.microsoft.com/office/drawing/2014/main" id="{B08B0365-85A9-D850-FFA0-DDE3EE4002CD}"/>
              </a:ext>
            </a:extLst>
          </p:cNvPr>
          <p:cNvSpPr/>
          <p:nvPr/>
        </p:nvSpPr>
        <p:spPr>
          <a:xfrm>
            <a:off x="6208071" y="2080316"/>
            <a:ext cx="1014566" cy="618956"/>
          </a:xfrm>
          <a:prstGeom prst="flowChartPunchedTape">
            <a:avLst/>
          </a:prstGeom>
          <a:solidFill>
            <a:srgbClr val="FFFF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lvl="0" algn="ctr">
              <a:defRPr/>
            </a:pPr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Multi-factor</a:t>
            </a: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From T2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  <a:p>
            <a:pPr algn="ctr"/>
            <a:endParaRPr lang="zh-CN" altLang="en-US" dirty="0"/>
          </a:p>
        </p:txBody>
      </p:sp>
      <p:pic>
        <p:nvPicPr>
          <p:cNvPr id="118" name="图形 117" descr="研究">
            <a:extLst>
              <a:ext uri="{FF2B5EF4-FFF2-40B4-BE49-F238E27FC236}">
                <a16:creationId xmlns:a16="http://schemas.microsoft.com/office/drawing/2014/main" id="{8CD94D6C-D9AA-0B5A-A251-5DF2927E19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346131" y="4554837"/>
            <a:ext cx="796421" cy="796421"/>
          </a:xfrm>
          <a:prstGeom prst="rect">
            <a:avLst/>
          </a:prstGeom>
        </p:spPr>
      </p:pic>
      <p:sp>
        <p:nvSpPr>
          <p:cNvPr id="119" name="文本框 118">
            <a:extLst>
              <a:ext uri="{FF2B5EF4-FFF2-40B4-BE49-F238E27FC236}">
                <a16:creationId xmlns:a16="http://schemas.microsoft.com/office/drawing/2014/main" id="{1A517173-7741-C77D-3851-E2353617299D}"/>
              </a:ext>
            </a:extLst>
          </p:cNvPr>
          <p:cNvSpPr txBox="1"/>
          <p:nvPr/>
        </p:nvSpPr>
        <p:spPr>
          <a:xfrm>
            <a:off x="100971" y="3316618"/>
            <a:ext cx="23793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Arial" panose="020B0604020202020204" pitchFamily="34" charset="0"/>
                <a:cs typeface="Arial" panose="020B0604020202020204" pitchFamily="34" charset="0"/>
              </a:rPr>
              <a:t>Inter-ground Control Access</a:t>
            </a:r>
            <a:endParaRPr lang="zh-CN" alt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0" name="等腰三角形 119">
            <a:extLst>
              <a:ext uri="{FF2B5EF4-FFF2-40B4-BE49-F238E27FC236}">
                <a16:creationId xmlns:a16="http://schemas.microsoft.com/office/drawing/2014/main" id="{EA4E27F6-74C7-9DBA-4A05-DD258869CF1D}"/>
              </a:ext>
            </a:extLst>
          </p:cNvPr>
          <p:cNvSpPr/>
          <p:nvPr/>
        </p:nvSpPr>
        <p:spPr>
          <a:xfrm rot="5400000">
            <a:off x="2164469" y="4237026"/>
            <a:ext cx="505104" cy="358480"/>
          </a:xfrm>
          <a:prstGeom prst="triangl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1" name="图片 120">
            <a:extLst>
              <a:ext uri="{FF2B5EF4-FFF2-40B4-BE49-F238E27FC236}">
                <a16:creationId xmlns:a16="http://schemas.microsoft.com/office/drawing/2014/main" id="{A405422B-486E-51CF-2C48-6C16C93BDA1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041" y="4124327"/>
            <a:ext cx="583878" cy="583878"/>
          </a:xfrm>
          <a:prstGeom prst="rect">
            <a:avLst/>
          </a:prstGeom>
          <a:solidFill>
            <a:schemeClr val="accent1"/>
          </a:solidFill>
        </p:spPr>
      </p:pic>
      <p:sp>
        <p:nvSpPr>
          <p:cNvPr id="122" name="文本框 121">
            <a:extLst>
              <a:ext uri="{FF2B5EF4-FFF2-40B4-BE49-F238E27FC236}">
                <a16:creationId xmlns:a16="http://schemas.microsoft.com/office/drawing/2014/main" id="{744EEC93-E860-4929-A098-CC7CA10F288D}"/>
              </a:ext>
            </a:extLst>
          </p:cNvPr>
          <p:cNvSpPr txBox="1"/>
          <p:nvPr/>
        </p:nvSpPr>
        <p:spPr>
          <a:xfrm>
            <a:off x="2344951" y="4814977"/>
            <a:ext cx="18340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Arial" panose="020B0604020202020204" pitchFamily="34" charset="0"/>
                <a:cs typeface="Arial" panose="020B0604020202020204" pitchFamily="34" charset="0"/>
              </a:rPr>
              <a:t>Summarization Agent</a:t>
            </a:r>
            <a:endParaRPr lang="zh-CN" alt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F81D57CB-5200-FE6C-8599-78E0DE9D4BB7}"/>
              </a:ext>
            </a:extLst>
          </p:cNvPr>
          <p:cNvSpPr txBox="1"/>
          <p:nvPr/>
        </p:nvSpPr>
        <p:spPr>
          <a:xfrm>
            <a:off x="162166" y="5341923"/>
            <a:ext cx="941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Arial" panose="020B0604020202020204" pitchFamily="34" charset="0"/>
                <a:cs typeface="Arial" panose="020B0604020202020204" pitchFamily="34" charset="0"/>
              </a:rPr>
              <a:t>Database</a:t>
            </a:r>
            <a:endParaRPr lang="zh-CN" alt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72A3A403-6ECF-9694-6370-AC885BD21053}"/>
              </a:ext>
            </a:extLst>
          </p:cNvPr>
          <p:cNvSpPr txBox="1"/>
          <p:nvPr/>
        </p:nvSpPr>
        <p:spPr>
          <a:xfrm>
            <a:off x="1405732" y="5341922"/>
            <a:ext cx="6645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Arial" panose="020B0604020202020204" pitchFamily="34" charset="0"/>
                <a:cs typeface="Arial" panose="020B0604020202020204" pitchFamily="34" charset="0"/>
              </a:rPr>
              <a:t>Query</a:t>
            </a:r>
            <a:endParaRPr lang="zh-CN" alt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25" name="直接箭头连接符 124">
            <a:extLst>
              <a:ext uri="{FF2B5EF4-FFF2-40B4-BE49-F238E27FC236}">
                <a16:creationId xmlns:a16="http://schemas.microsoft.com/office/drawing/2014/main" id="{748B1BB1-2DF6-A061-221C-0944C8E5A90B}"/>
              </a:ext>
            </a:extLst>
          </p:cNvPr>
          <p:cNvCxnSpPr>
            <a:cxnSpLocks/>
          </p:cNvCxnSpPr>
          <p:nvPr/>
        </p:nvCxnSpPr>
        <p:spPr>
          <a:xfrm flipV="1">
            <a:off x="4072777" y="3714381"/>
            <a:ext cx="490327" cy="70104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7" name="直接箭头连接符 126">
            <a:extLst>
              <a:ext uri="{FF2B5EF4-FFF2-40B4-BE49-F238E27FC236}">
                <a16:creationId xmlns:a16="http://schemas.microsoft.com/office/drawing/2014/main" id="{A9240C4F-B925-AD58-23A2-7896CF4D76FE}"/>
              </a:ext>
            </a:extLst>
          </p:cNvPr>
          <p:cNvCxnSpPr>
            <a:cxnSpLocks/>
          </p:cNvCxnSpPr>
          <p:nvPr/>
        </p:nvCxnSpPr>
        <p:spPr>
          <a:xfrm>
            <a:off x="4081526" y="4412429"/>
            <a:ext cx="493308" cy="75428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A5502732-0DC0-C692-6867-04371141EEF9}"/>
              </a:ext>
            </a:extLst>
          </p:cNvPr>
          <p:cNvCxnSpPr>
            <a:cxnSpLocks/>
          </p:cNvCxnSpPr>
          <p:nvPr/>
        </p:nvCxnSpPr>
        <p:spPr>
          <a:xfrm>
            <a:off x="4072777" y="4412429"/>
            <a:ext cx="51531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5" name="流程图: 接点 134">
            <a:extLst>
              <a:ext uri="{FF2B5EF4-FFF2-40B4-BE49-F238E27FC236}">
                <a16:creationId xmlns:a16="http://schemas.microsoft.com/office/drawing/2014/main" id="{431415CD-5C47-75A8-37EC-C7ABCE1D9293}"/>
              </a:ext>
            </a:extLst>
          </p:cNvPr>
          <p:cNvSpPr/>
          <p:nvPr/>
        </p:nvSpPr>
        <p:spPr>
          <a:xfrm>
            <a:off x="4604086" y="3400443"/>
            <a:ext cx="491479" cy="425192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latin typeface="Arial" panose="020B0604020202020204" pitchFamily="34" charset="0"/>
                <a:cs typeface="Arial" panose="020B0604020202020204" pitchFamily="34" charset="0"/>
              </a:rPr>
              <a:t>T3</a:t>
            </a:r>
            <a:endParaRPr lang="zh-CN" alt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6" name="流程图: 接点 135">
            <a:extLst>
              <a:ext uri="{FF2B5EF4-FFF2-40B4-BE49-F238E27FC236}">
                <a16:creationId xmlns:a16="http://schemas.microsoft.com/office/drawing/2014/main" id="{AC6ACE1B-68FA-42A2-3D2A-E469BB0270C4}"/>
              </a:ext>
            </a:extLst>
          </p:cNvPr>
          <p:cNvSpPr/>
          <p:nvPr/>
        </p:nvSpPr>
        <p:spPr>
          <a:xfrm>
            <a:off x="4604781" y="4184553"/>
            <a:ext cx="491479" cy="425192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latin typeface="Arial" panose="020B0604020202020204" pitchFamily="34" charset="0"/>
                <a:cs typeface="Arial" panose="020B0604020202020204" pitchFamily="34" charset="0"/>
              </a:rPr>
              <a:t>T4</a:t>
            </a:r>
            <a:endParaRPr lang="zh-CN" alt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7" name="流程图: 接点 136">
            <a:extLst>
              <a:ext uri="{FF2B5EF4-FFF2-40B4-BE49-F238E27FC236}">
                <a16:creationId xmlns:a16="http://schemas.microsoft.com/office/drawing/2014/main" id="{4909B607-A533-7C1A-1DC0-6DB31F5D04E4}"/>
              </a:ext>
            </a:extLst>
          </p:cNvPr>
          <p:cNvSpPr/>
          <p:nvPr/>
        </p:nvSpPr>
        <p:spPr>
          <a:xfrm>
            <a:off x="4588091" y="5072894"/>
            <a:ext cx="491479" cy="425192"/>
          </a:xfrm>
          <a:prstGeom prst="flowChartConnector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latin typeface="Arial" panose="020B0604020202020204" pitchFamily="34" charset="0"/>
                <a:cs typeface="Arial" panose="020B0604020202020204" pitchFamily="34" charset="0"/>
              </a:rPr>
              <a:t>T5</a:t>
            </a:r>
            <a:endParaRPr lang="zh-CN" alt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40" name="直接箭头连接符 139">
            <a:extLst>
              <a:ext uri="{FF2B5EF4-FFF2-40B4-BE49-F238E27FC236}">
                <a16:creationId xmlns:a16="http://schemas.microsoft.com/office/drawing/2014/main" id="{A5F447B2-3352-3A40-649E-A6BF5AF62F7A}"/>
              </a:ext>
            </a:extLst>
          </p:cNvPr>
          <p:cNvCxnSpPr>
            <a:cxnSpLocks/>
          </p:cNvCxnSpPr>
          <p:nvPr/>
        </p:nvCxnSpPr>
        <p:spPr>
          <a:xfrm flipV="1">
            <a:off x="5172918" y="3661581"/>
            <a:ext cx="580695" cy="517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1" name="直接箭头连接符 140">
            <a:extLst>
              <a:ext uri="{FF2B5EF4-FFF2-40B4-BE49-F238E27FC236}">
                <a16:creationId xmlns:a16="http://schemas.microsoft.com/office/drawing/2014/main" id="{E9927474-7D8D-67C9-D810-0A43D652736B}"/>
              </a:ext>
            </a:extLst>
          </p:cNvPr>
          <p:cNvCxnSpPr>
            <a:cxnSpLocks/>
          </p:cNvCxnSpPr>
          <p:nvPr/>
        </p:nvCxnSpPr>
        <p:spPr>
          <a:xfrm flipV="1">
            <a:off x="5137937" y="4407257"/>
            <a:ext cx="580695" cy="517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2" name="直接箭头连接符 141">
            <a:extLst>
              <a:ext uri="{FF2B5EF4-FFF2-40B4-BE49-F238E27FC236}">
                <a16:creationId xmlns:a16="http://schemas.microsoft.com/office/drawing/2014/main" id="{2317F88A-51EE-6CBD-DC9A-23DD70FEA3BF}"/>
              </a:ext>
            </a:extLst>
          </p:cNvPr>
          <p:cNvCxnSpPr>
            <a:cxnSpLocks/>
          </p:cNvCxnSpPr>
          <p:nvPr/>
        </p:nvCxnSpPr>
        <p:spPr>
          <a:xfrm flipV="1">
            <a:off x="5139282" y="5258925"/>
            <a:ext cx="580695" cy="517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3" name="流程图: 资料带 142">
            <a:extLst>
              <a:ext uri="{FF2B5EF4-FFF2-40B4-BE49-F238E27FC236}">
                <a16:creationId xmlns:a16="http://schemas.microsoft.com/office/drawing/2014/main" id="{3AF717B1-73D2-1433-5822-BF8AD28426BD}"/>
              </a:ext>
            </a:extLst>
          </p:cNvPr>
          <p:cNvSpPr/>
          <p:nvPr/>
        </p:nvSpPr>
        <p:spPr>
          <a:xfrm>
            <a:off x="5896846" y="3324355"/>
            <a:ext cx="1014566" cy="618956"/>
          </a:xfrm>
          <a:prstGeom prst="flowChartPunchedTape">
            <a:avLst/>
          </a:prstGeom>
          <a:solidFill>
            <a:srgbClr val="FFFF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4" name="流程图: 资料带 143">
            <a:extLst>
              <a:ext uri="{FF2B5EF4-FFF2-40B4-BE49-F238E27FC236}">
                <a16:creationId xmlns:a16="http://schemas.microsoft.com/office/drawing/2014/main" id="{55C52A40-470C-F42A-E199-69913C091A35}"/>
              </a:ext>
            </a:extLst>
          </p:cNvPr>
          <p:cNvSpPr/>
          <p:nvPr/>
        </p:nvSpPr>
        <p:spPr>
          <a:xfrm>
            <a:off x="6032469" y="3402151"/>
            <a:ext cx="1014566" cy="618956"/>
          </a:xfrm>
          <a:prstGeom prst="flowChartPunchedTape">
            <a:avLst/>
          </a:prstGeom>
          <a:solidFill>
            <a:srgbClr val="FFFF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5" name="流程图: 资料带 144">
            <a:extLst>
              <a:ext uri="{FF2B5EF4-FFF2-40B4-BE49-F238E27FC236}">
                <a16:creationId xmlns:a16="http://schemas.microsoft.com/office/drawing/2014/main" id="{ABAC8B7E-0628-85BA-8105-70F245602D43}"/>
              </a:ext>
            </a:extLst>
          </p:cNvPr>
          <p:cNvSpPr/>
          <p:nvPr/>
        </p:nvSpPr>
        <p:spPr>
          <a:xfrm>
            <a:off x="6195557" y="3459423"/>
            <a:ext cx="1014566" cy="618956"/>
          </a:xfrm>
          <a:prstGeom prst="flowChartPunchedTape">
            <a:avLst/>
          </a:prstGeom>
          <a:solidFill>
            <a:srgbClr val="FFFF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Multi-factor From T3</a:t>
            </a:r>
          </a:p>
        </p:txBody>
      </p:sp>
      <p:sp>
        <p:nvSpPr>
          <p:cNvPr id="146" name="流程图: 资料带 145">
            <a:extLst>
              <a:ext uri="{FF2B5EF4-FFF2-40B4-BE49-F238E27FC236}">
                <a16:creationId xmlns:a16="http://schemas.microsoft.com/office/drawing/2014/main" id="{C2511ED0-EB36-EB19-23EA-F1E72EBE407D}"/>
              </a:ext>
            </a:extLst>
          </p:cNvPr>
          <p:cNvSpPr/>
          <p:nvPr/>
        </p:nvSpPr>
        <p:spPr>
          <a:xfrm>
            <a:off x="5909360" y="4159891"/>
            <a:ext cx="1014566" cy="618956"/>
          </a:xfrm>
          <a:prstGeom prst="flowChartPunchedTape">
            <a:avLst/>
          </a:prstGeom>
          <a:solidFill>
            <a:srgbClr val="FFFF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7" name="流程图: 资料带 146">
            <a:extLst>
              <a:ext uri="{FF2B5EF4-FFF2-40B4-BE49-F238E27FC236}">
                <a16:creationId xmlns:a16="http://schemas.microsoft.com/office/drawing/2014/main" id="{4E71C63D-2B8A-2055-19F8-607A176BAD55}"/>
              </a:ext>
            </a:extLst>
          </p:cNvPr>
          <p:cNvSpPr/>
          <p:nvPr/>
        </p:nvSpPr>
        <p:spPr>
          <a:xfrm>
            <a:off x="6044983" y="4237687"/>
            <a:ext cx="1014566" cy="618956"/>
          </a:xfrm>
          <a:prstGeom prst="flowChartPunchedTape">
            <a:avLst/>
          </a:prstGeom>
          <a:solidFill>
            <a:srgbClr val="FFFF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流程图: 资料带 147">
            <a:extLst>
              <a:ext uri="{FF2B5EF4-FFF2-40B4-BE49-F238E27FC236}">
                <a16:creationId xmlns:a16="http://schemas.microsoft.com/office/drawing/2014/main" id="{E888AAC8-2D49-42CA-9BAF-EA9F4F7ABDF8}"/>
              </a:ext>
            </a:extLst>
          </p:cNvPr>
          <p:cNvSpPr/>
          <p:nvPr/>
        </p:nvSpPr>
        <p:spPr>
          <a:xfrm>
            <a:off x="6208071" y="4294959"/>
            <a:ext cx="1014566" cy="618956"/>
          </a:xfrm>
          <a:prstGeom prst="flowChartPunchedTape">
            <a:avLst/>
          </a:prstGeom>
          <a:solidFill>
            <a:srgbClr val="FFFF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Multi-factor From T4</a:t>
            </a:r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CC0130B4-CEFC-83BC-3370-01FA83344CF3}"/>
              </a:ext>
            </a:extLst>
          </p:cNvPr>
          <p:cNvSpPr txBox="1"/>
          <p:nvPr/>
        </p:nvSpPr>
        <p:spPr>
          <a:xfrm>
            <a:off x="4269979" y="3145553"/>
            <a:ext cx="1359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Arial" panose="020B0604020202020204" pitchFamily="34" charset="0"/>
                <a:cs typeface="Arial" panose="020B0604020202020204" pitchFamily="34" charset="0"/>
              </a:rPr>
              <a:t>Trust Branches</a:t>
            </a:r>
            <a:endParaRPr lang="zh-CN" alt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4" name="流程图: 资料带 153">
            <a:extLst>
              <a:ext uri="{FF2B5EF4-FFF2-40B4-BE49-F238E27FC236}">
                <a16:creationId xmlns:a16="http://schemas.microsoft.com/office/drawing/2014/main" id="{0F965CC4-730E-1DE6-009C-348C447436EF}"/>
              </a:ext>
            </a:extLst>
          </p:cNvPr>
          <p:cNvSpPr/>
          <p:nvPr/>
        </p:nvSpPr>
        <p:spPr>
          <a:xfrm>
            <a:off x="5924214" y="5048983"/>
            <a:ext cx="1014566" cy="618956"/>
          </a:xfrm>
          <a:prstGeom prst="flowChartPunchedTape">
            <a:avLst/>
          </a:prstGeom>
          <a:solidFill>
            <a:srgbClr val="FFFF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流程图: 资料带 154">
            <a:extLst>
              <a:ext uri="{FF2B5EF4-FFF2-40B4-BE49-F238E27FC236}">
                <a16:creationId xmlns:a16="http://schemas.microsoft.com/office/drawing/2014/main" id="{50402E42-0ABB-A65C-5BAD-44FFF18C861E}"/>
              </a:ext>
            </a:extLst>
          </p:cNvPr>
          <p:cNvSpPr/>
          <p:nvPr/>
        </p:nvSpPr>
        <p:spPr>
          <a:xfrm>
            <a:off x="6059837" y="5126779"/>
            <a:ext cx="1014566" cy="618956"/>
          </a:xfrm>
          <a:prstGeom prst="flowChartPunchedTape">
            <a:avLst/>
          </a:prstGeom>
          <a:solidFill>
            <a:srgbClr val="FFFF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6" name="流程图: 资料带 155">
            <a:extLst>
              <a:ext uri="{FF2B5EF4-FFF2-40B4-BE49-F238E27FC236}">
                <a16:creationId xmlns:a16="http://schemas.microsoft.com/office/drawing/2014/main" id="{E6772D2E-3D8A-4213-0DE7-EC25935F0440}"/>
              </a:ext>
            </a:extLst>
          </p:cNvPr>
          <p:cNvSpPr/>
          <p:nvPr/>
        </p:nvSpPr>
        <p:spPr>
          <a:xfrm>
            <a:off x="6222925" y="5184051"/>
            <a:ext cx="1014566" cy="618956"/>
          </a:xfrm>
          <a:prstGeom prst="flowChartPunchedTape">
            <a:avLst/>
          </a:prstGeom>
          <a:solidFill>
            <a:srgbClr val="FFFF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Multi-factor From T5</a:t>
            </a:r>
          </a:p>
        </p:txBody>
      </p:sp>
      <p:pic>
        <p:nvPicPr>
          <p:cNvPr id="157" name="图片 156">
            <a:extLst>
              <a:ext uri="{FF2B5EF4-FFF2-40B4-BE49-F238E27FC236}">
                <a16:creationId xmlns:a16="http://schemas.microsoft.com/office/drawing/2014/main" id="{BB0F9EA8-4E23-D05E-3DF1-E06452AF2AE1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3196" y="3697705"/>
            <a:ext cx="313054" cy="313054"/>
          </a:xfrm>
          <a:prstGeom prst="rect">
            <a:avLst/>
          </a:prstGeom>
        </p:spPr>
      </p:pic>
      <p:sp>
        <p:nvSpPr>
          <p:cNvPr id="158" name="文本框 157">
            <a:extLst>
              <a:ext uri="{FF2B5EF4-FFF2-40B4-BE49-F238E27FC236}">
                <a16:creationId xmlns:a16="http://schemas.microsoft.com/office/drawing/2014/main" id="{F1A145FF-447D-FEF0-065E-3ACBAF2DCD80}"/>
              </a:ext>
            </a:extLst>
          </p:cNvPr>
          <p:cNvSpPr txBox="1"/>
          <p:nvPr/>
        </p:nvSpPr>
        <p:spPr>
          <a:xfrm>
            <a:off x="5163652" y="3979658"/>
            <a:ext cx="5379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latin typeface="Arial" panose="020B0604020202020204" pitchFamily="34" charset="0"/>
                <a:cs typeface="Arial" panose="020B0604020202020204" pitchFamily="34" charset="0"/>
              </a:rPr>
              <a:t>Verify</a:t>
            </a:r>
            <a:endParaRPr lang="zh-CN" alt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9" name="图片 158">
            <a:extLst>
              <a:ext uri="{FF2B5EF4-FFF2-40B4-BE49-F238E27FC236}">
                <a16:creationId xmlns:a16="http://schemas.microsoft.com/office/drawing/2014/main" id="{08571ED4-C791-70F4-F7AB-DF33DB0030A9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3196" y="4444717"/>
            <a:ext cx="313054" cy="313054"/>
          </a:xfrm>
          <a:prstGeom prst="rect">
            <a:avLst/>
          </a:prstGeom>
        </p:spPr>
      </p:pic>
      <p:sp>
        <p:nvSpPr>
          <p:cNvPr id="160" name="文本框 159">
            <a:extLst>
              <a:ext uri="{FF2B5EF4-FFF2-40B4-BE49-F238E27FC236}">
                <a16:creationId xmlns:a16="http://schemas.microsoft.com/office/drawing/2014/main" id="{0A51566C-52C1-E1E4-9582-4FF616D67CFD}"/>
              </a:ext>
            </a:extLst>
          </p:cNvPr>
          <p:cNvSpPr txBox="1"/>
          <p:nvPr/>
        </p:nvSpPr>
        <p:spPr>
          <a:xfrm>
            <a:off x="5163652" y="4720162"/>
            <a:ext cx="5379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latin typeface="Arial" panose="020B0604020202020204" pitchFamily="34" charset="0"/>
                <a:cs typeface="Arial" panose="020B0604020202020204" pitchFamily="34" charset="0"/>
              </a:rPr>
              <a:t>Verify</a:t>
            </a:r>
            <a:endParaRPr lang="zh-CN" alt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1" name="图片 160">
            <a:extLst>
              <a:ext uri="{FF2B5EF4-FFF2-40B4-BE49-F238E27FC236}">
                <a16:creationId xmlns:a16="http://schemas.microsoft.com/office/drawing/2014/main" id="{1B5FFE4B-AE29-21F3-A29A-16FAF2DB1F17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3019" y="5307769"/>
            <a:ext cx="313054" cy="313054"/>
          </a:xfrm>
          <a:prstGeom prst="rect">
            <a:avLst/>
          </a:prstGeom>
        </p:spPr>
      </p:pic>
      <p:sp>
        <p:nvSpPr>
          <p:cNvPr id="162" name="文本框 161">
            <a:extLst>
              <a:ext uri="{FF2B5EF4-FFF2-40B4-BE49-F238E27FC236}">
                <a16:creationId xmlns:a16="http://schemas.microsoft.com/office/drawing/2014/main" id="{664F602F-BE80-3623-BA6A-76D773A0583A}"/>
              </a:ext>
            </a:extLst>
          </p:cNvPr>
          <p:cNvSpPr txBox="1"/>
          <p:nvPr/>
        </p:nvSpPr>
        <p:spPr>
          <a:xfrm>
            <a:off x="5163941" y="5573883"/>
            <a:ext cx="5379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latin typeface="Arial" panose="020B0604020202020204" pitchFamily="34" charset="0"/>
                <a:cs typeface="Arial" panose="020B0604020202020204" pitchFamily="34" charset="0"/>
              </a:rPr>
              <a:t>Verify</a:t>
            </a:r>
            <a:endParaRPr lang="zh-CN" altLang="en-US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90D840AE-2049-BAF9-23A1-1A8BC2B8F693}"/>
              </a:ext>
            </a:extLst>
          </p:cNvPr>
          <p:cNvSpPr txBox="1"/>
          <p:nvPr/>
        </p:nvSpPr>
        <p:spPr>
          <a:xfrm>
            <a:off x="7799531" y="-58828"/>
            <a:ext cx="44579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RL-based Multi-agent for Trust evaluation and Trust incentives</a:t>
            </a:r>
            <a:endParaRPr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64" name="直接箭头连接符 163">
            <a:extLst>
              <a:ext uri="{FF2B5EF4-FFF2-40B4-BE49-F238E27FC236}">
                <a16:creationId xmlns:a16="http://schemas.microsoft.com/office/drawing/2014/main" id="{5A76C453-6445-A0E2-F744-DFA2CC05148D}"/>
              </a:ext>
            </a:extLst>
          </p:cNvPr>
          <p:cNvCxnSpPr>
            <a:cxnSpLocks/>
            <a:stCxn id="103" idx="3"/>
          </p:cNvCxnSpPr>
          <p:nvPr/>
        </p:nvCxnSpPr>
        <p:spPr>
          <a:xfrm>
            <a:off x="7222637" y="1222593"/>
            <a:ext cx="514406" cy="147052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7" name="直接箭头连接符 166">
            <a:extLst>
              <a:ext uri="{FF2B5EF4-FFF2-40B4-BE49-F238E27FC236}">
                <a16:creationId xmlns:a16="http://schemas.microsoft.com/office/drawing/2014/main" id="{F716A0C4-9CBF-D2E3-693E-6789044F0C5A}"/>
              </a:ext>
            </a:extLst>
          </p:cNvPr>
          <p:cNvCxnSpPr>
            <a:cxnSpLocks/>
            <a:stCxn id="116" idx="3"/>
          </p:cNvCxnSpPr>
          <p:nvPr/>
        </p:nvCxnSpPr>
        <p:spPr>
          <a:xfrm>
            <a:off x="7222637" y="2389794"/>
            <a:ext cx="327917" cy="42350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1" name="直接箭头连接符 170">
            <a:extLst>
              <a:ext uri="{FF2B5EF4-FFF2-40B4-BE49-F238E27FC236}">
                <a16:creationId xmlns:a16="http://schemas.microsoft.com/office/drawing/2014/main" id="{CD8BB8C4-A6E4-4C5B-9112-9F75814779A6}"/>
              </a:ext>
            </a:extLst>
          </p:cNvPr>
          <p:cNvCxnSpPr>
            <a:cxnSpLocks/>
          </p:cNvCxnSpPr>
          <p:nvPr/>
        </p:nvCxnSpPr>
        <p:spPr>
          <a:xfrm flipV="1">
            <a:off x="7213727" y="3351497"/>
            <a:ext cx="232037" cy="4254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3" name="直接箭头连接符 172">
            <a:extLst>
              <a:ext uri="{FF2B5EF4-FFF2-40B4-BE49-F238E27FC236}">
                <a16:creationId xmlns:a16="http://schemas.microsoft.com/office/drawing/2014/main" id="{F93489F3-E369-8438-94AF-C692D32313A2}"/>
              </a:ext>
            </a:extLst>
          </p:cNvPr>
          <p:cNvCxnSpPr>
            <a:cxnSpLocks/>
            <a:stCxn id="148" idx="3"/>
          </p:cNvCxnSpPr>
          <p:nvPr/>
        </p:nvCxnSpPr>
        <p:spPr>
          <a:xfrm flipV="1">
            <a:off x="7222637" y="3876922"/>
            <a:ext cx="257203" cy="72751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1" name="直接箭头连接符 180">
            <a:extLst>
              <a:ext uri="{FF2B5EF4-FFF2-40B4-BE49-F238E27FC236}">
                <a16:creationId xmlns:a16="http://schemas.microsoft.com/office/drawing/2014/main" id="{7C2DAB05-FAD7-E206-43AB-FC6D53B52CF2}"/>
              </a:ext>
            </a:extLst>
          </p:cNvPr>
          <p:cNvCxnSpPr>
            <a:cxnSpLocks/>
            <a:stCxn id="156" idx="3"/>
          </p:cNvCxnSpPr>
          <p:nvPr/>
        </p:nvCxnSpPr>
        <p:spPr>
          <a:xfrm flipV="1">
            <a:off x="7237491" y="3958416"/>
            <a:ext cx="411262" cy="153511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9" name="矩形 188">
            <a:extLst>
              <a:ext uri="{FF2B5EF4-FFF2-40B4-BE49-F238E27FC236}">
                <a16:creationId xmlns:a16="http://schemas.microsoft.com/office/drawing/2014/main" id="{8C99053D-784F-9A85-09FA-EA5F05AF34B0}"/>
              </a:ext>
            </a:extLst>
          </p:cNvPr>
          <p:cNvSpPr/>
          <p:nvPr/>
        </p:nvSpPr>
        <p:spPr>
          <a:xfrm>
            <a:off x="7469898" y="3392249"/>
            <a:ext cx="802148" cy="433383"/>
          </a:xfrm>
          <a:prstGeom prst="rect">
            <a:avLst/>
          </a:prstGeom>
          <a:solidFill>
            <a:srgbClr val="E6F1F5"/>
          </a:solidFill>
          <a:ln>
            <a:noFill/>
          </a:ln>
          <a:effectLst>
            <a:outerShdw blurRad="50800" dist="50800" dir="5400000" algn="ctr" rotWithShape="0">
              <a:srgbClr val="E6F1F5"/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Prompt Agent</a:t>
            </a:r>
            <a:endParaRPr lang="zh-CN" alt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95" name="直接连接符 194">
            <a:extLst>
              <a:ext uri="{FF2B5EF4-FFF2-40B4-BE49-F238E27FC236}">
                <a16:creationId xmlns:a16="http://schemas.microsoft.com/office/drawing/2014/main" id="{856444CF-3284-98D0-4E71-C1D8ED50D72A}"/>
              </a:ext>
            </a:extLst>
          </p:cNvPr>
          <p:cNvCxnSpPr>
            <a:cxnSpLocks/>
          </p:cNvCxnSpPr>
          <p:nvPr/>
        </p:nvCxnSpPr>
        <p:spPr>
          <a:xfrm>
            <a:off x="3366033" y="4415421"/>
            <a:ext cx="746474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8" name="直接箭头连接符 197">
            <a:extLst>
              <a:ext uri="{FF2B5EF4-FFF2-40B4-BE49-F238E27FC236}">
                <a16:creationId xmlns:a16="http://schemas.microsoft.com/office/drawing/2014/main" id="{76D1B23A-F014-8519-EF29-DD9A11D7A8A1}"/>
              </a:ext>
            </a:extLst>
          </p:cNvPr>
          <p:cNvCxnSpPr>
            <a:cxnSpLocks/>
          </p:cNvCxnSpPr>
          <p:nvPr/>
        </p:nvCxnSpPr>
        <p:spPr>
          <a:xfrm flipV="1">
            <a:off x="8118910" y="1172451"/>
            <a:ext cx="880439" cy="155964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2" name="直接箭头连接符 201">
            <a:extLst>
              <a:ext uri="{FF2B5EF4-FFF2-40B4-BE49-F238E27FC236}">
                <a16:creationId xmlns:a16="http://schemas.microsoft.com/office/drawing/2014/main" id="{FA298FEC-3DA4-DC1B-9E12-F056F017996D}"/>
              </a:ext>
            </a:extLst>
          </p:cNvPr>
          <p:cNvCxnSpPr>
            <a:cxnSpLocks/>
          </p:cNvCxnSpPr>
          <p:nvPr/>
        </p:nvCxnSpPr>
        <p:spPr>
          <a:xfrm flipV="1">
            <a:off x="8244885" y="2332522"/>
            <a:ext cx="703145" cy="54041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6" name="直接箭头连接符 205">
            <a:extLst>
              <a:ext uri="{FF2B5EF4-FFF2-40B4-BE49-F238E27FC236}">
                <a16:creationId xmlns:a16="http://schemas.microsoft.com/office/drawing/2014/main" id="{183B2FFD-A749-E568-C29D-945945D31DE1}"/>
              </a:ext>
            </a:extLst>
          </p:cNvPr>
          <p:cNvCxnSpPr>
            <a:cxnSpLocks/>
          </p:cNvCxnSpPr>
          <p:nvPr/>
        </p:nvCxnSpPr>
        <p:spPr>
          <a:xfrm>
            <a:off x="8235435" y="3091393"/>
            <a:ext cx="71330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9" name="直接箭头连接符 208">
            <a:extLst>
              <a:ext uri="{FF2B5EF4-FFF2-40B4-BE49-F238E27FC236}">
                <a16:creationId xmlns:a16="http://schemas.microsoft.com/office/drawing/2014/main" id="{C6394F84-A22D-88F6-F5AB-3852E0F664C3}"/>
              </a:ext>
            </a:extLst>
          </p:cNvPr>
          <p:cNvCxnSpPr>
            <a:cxnSpLocks/>
          </p:cNvCxnSpPr>
          <p:nvPr/>
        </p:nvCxnSpPr>
        <p:spPr>
          <a:xfrm>
            <a:off x="8208048" y="3284052"/>
            <a:ext cx="739982" cy="54158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2" name="直接箭头连接符 211">
            <a:extLst>
              <a:ext uri="{FF2B5EF4-FFF2-40B4-BE49-F238E27FC236}">
                <a16:creationId xmlns:a16="http://schemas.microsoft.com/office/drawing/2014/main" id="{EE8B3A85-49F1-37DD-32E0-37FF47D08D31}"/>
              </a:ext>
            </a:extLst>
          </p:cNvPr>
          <p:cNvCxnSpPr>
            <a:cxnSpLocks/>
          </p:cNvCxnSpPr>
          <p:nvPr/>
        </p:nvCxnSpPr>
        <p:spPr>
          <a:xfrm>
            <a:off x="8198377" y="3535640"/>
            <a:ext cx="803804" cy="144483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21" name="图片 220">
            <a:extLst>
              <a:ext uri="{FF2B5EF4-FFF2-40B4-BE49-F238E27FC236}">
                <a16:creationId xmlns:a16="http://schemas.microsoft.com/office/drawing/2014/main" id="{15D4F3E2-614C-9394-F60C-4863EB82EF0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99365" y="920848"/>
            <a:ext cx="421424" cy="421424"/>
          </a:xfrm>
          <a:prstGeom prst="rect">
            <a:avLst/>
          </a:prstGeom>
          <a:solidFill>
            <a:schemeClr val="accent1"/>
          </a:solidFill>
        </p:spPr>
      </p:pic>
      <p:sp>
        <p:nvSpPr>
          <p:cNvPr id="222" name="矩形 221">
            <a:extLst>
              <a:ext uri="{FF2B5EF4-FFF2-40B4-BE49-F238E27FC236}">
                <a16:creationId xmlns:a16="http://schemas.microsoft.com/office/drawing/2014/main" id="{23CA4479-9767-B8CB-7EF9-83422D42A60F}"/>
              </a:ext>
            </a:extLst>
          </p:cNvPr>
          <p:cNvSpPr/>
          <p:nvPr/>
        </p:nvSpPr>
        <p:spPr>
          <a:xfrm>
            <a:off x="8917837" y="1389419"/>
            <a:ext cx="802148" cy="388620"/>
          </a:xfrm>
          <a:prstGeom prst="rect">
            <a:avLst/>
          </a:prstGeom>
          <a:solidFill>
            <a:srgbClr val="E6F1F5"/>
          </a:solidFill>
          <a:ln>
            <a:noFill/>
          </a:ln>
          <a:effectLst>
            <a:outerShdw blurRad="50800" dist="50800" dir="5400000" algn="ctr" rotWithShape="0">
              <a:srgbClr val="E6F1F5"/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Thinker Agent</a:t>
            </a:r>
            <a:endParaRPr lang="zh-CN" alt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3" name="矩形 222">
            <a:extLst>
              <a:ext uri="{FF2B5EF4-FFF2-40B4-BE49-F238E27FC236}">
                <a16:creationId xmlns:a16="http://schemas.microsoft.com/office/drawing/2014/main" id="{AE73E578-4715-A3DE-23A2-25FDB17D5315}"/>
              </a:ext>
            </a:extLst>
          </p:cNvPr>
          <p:cNvSpPr/>
          <p:nvPr/>
        </p:nvSpPr>
        <p:spPr>
          <a:xfrm>
            <a:off x="8945632" y="2375405"/>
            <a:ext cx="802148" cy="388620"/>
          </a:xfrm>
          <a:prstGeom prst="rect">
            <a:avLst/>
          </a:prstGeom>
          <a:solidFill>
            <a:srgbClr val="E6F1F5"/>
          </a:solidFill>
          <a:ln>
            <a:noFill/>
          </a:ln>
          <a:effectLst>
            <a:outerShdw blurRad="50800" dist="50800" dir="5400000" algn="ctr" rotWithShape="0">
              <a:srgbClr val="E6F1F5"/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Thinker Agent</a:t>
            </a:r>
            <a:endParaRPr lang="zh-CN" alt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24" name="图片 223">
            <a:extLst>
              <a:ext uri="{FF2B5EF4-FFF2-40B4-BE49-F238E27FC236}">
                <a16:creationId xmlns:a16="http://schemas.microsoft.com/office/drawing/2014/main" id="{AEA5F5A8-B0C9-2ADA-8E64-3EF545EDA58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21685" y="1930025"/>
            <a:ext cx="418046" cy="418046"/>
          </a:xfrm>
          <a:prstGeom prst="rect">
            <a:avLst/>
          </a:prstGeom>
          <a:solidFill>
            <a:schemeClr val="accent1"/>
          </a:solidFill>
        </p:spPr>
      </p:pic>
      <p:pic>
        <p:nvPicPr>
          <p:cNvPr id="225" name="图片 224">
            <a:extLst>
              <a:ext uri="{FF2B5EF4-FFF2-40B4-BE49-F238E27FC236}">
                <a16:creationId xmlns:a16="http://schemas.microsoft.com/office/drawing/2014/main" id="{D9813B8A-5E9E-5203-ECAF-944EDE2BFA6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05959" y="2819698"/>
            <a:ext cx="418046" cy="418046"/>
          </a:xfrm>
          <a:prstGeom prst="rect">
            <a:avLst/>
          </a:prstGeom>
          <a:solidFill>
            <a:schemeClr val="accent1"/>
          </a:solidFill>
        </p:spPr>
      </p:pic>
      <p:sp>
        <p:nvSpPr>
          <p:cNvPr id="226" name="矩形 225">
            <a:extLst>
              <a:ext uri="{FF2B5EF4-FFF2-40B4-BE49-F238E27FC236}">
                <a16:creationId xmlns:a16="http://schemas.microsoft.com/office/drawing/2014/main" id="{E863C030-47B0-44D2-B606-E3FE95922744}"/>
              </a:ext>
            </a:extLst>
          </p:cNvPr>
          <p:cNvSpPr/>
          <p:nvPr/>
        </p:nvSpPr>
        <p:spPr>
          <a:xfrm>
            <a:off x="8948030" y="3267769"/>
            <a:ext cx="754762" cy="309565"/>
          </a:xfrm>
          <a:prstGeom prst="rect">
            <a:avLst/>
          </a:prstGeom>
          <a:solidFill>
            <a:srgbClr val="E6F1F5"/>
          </a:solidFill>
          <a:ln>
            <a:noFill/>
          </a:ln>
          <a:effectLst>
            <a:outerShdw blurRad="50800" dist="50800" dir="5400000" algn="ctr" rotWithShape="0">
              <a:srgbClr val="E6F1F5"/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Thinker Agent</a:t>
            </a:r>
            <a:endParaRPr lang="zh-CN" alt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27" name="图片 226">
            <a:extLst>
              <a:ext uri="{FF2B5EF4-FFF2-40B4-BE49-F238E27FC236}">
                <a16:creationId xmlns:a16="http://schemas.microsoft.com/office/drawing/2014/main" id="{5B7FE581-3CCA-5E46-91F5-1751069DE90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80394" y="3743214"/>
            <a:ext cx="418046" cy="418046"/>
          </a:xfrm>
          <a:prstGeom prst="rect">
            <a:avLst/>
          </a:prstGeom>
          <a:solidFill>
            <a:schemeClr val="accent1"/>
          </a:solidFill>
        </p:spPr>
      </p:pic>
      <p:sp>
        <p:nvSpPr>
          <p:cNvPr id="230" name="矩形 229">
            <a:extLst>
              <a:ext uri="{FF2B5EF4-FFF2-40B4-BE49-F238E27FC236}">
                <a16:creationId xmlns:a16="http://schemas.microsoft.com/office/drawing/2014/main" id="{88A8A00F-8872-F8A3-EF52-D602C9944977}"/>
              </a:ext>
            </a:extLst>
          </p:cNvPr>
          <p:cNvSpPr/>
          <p:nvPr/>
        </p:nvSpPr>
        <p:spPr>
          <a:xfrm>
            <a:off x="8924745" y="4237687"/>
            <a:ext cx="754762" cy="309565"/>
          </a:xfrm>
          <a:prstGeom prst="rect">
            <a:avLst/>
          </a:prstGeom>
          <a:solidFill>
            <a:srgbClr val="E6F1F5"/>
          </a:solidFill>
          <a:ln>
            <a:noFill/>
          </a:ln>
          <a:effectLst>
            <a:outerShdw blurRad="50800" dist="50800" dir="5400000" algn="ctr" rotWithShape="0">
              <a:srgbClr val="E6F1F5"/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Thinker Agent</a:t>
            </a:r>
            <a:endParaRPr lang="zh-CN" alt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1" name="图片 230">
            <a:extLst>
              <a:ext uri="{FF2B5EF4-FFF2-40B4-BE49-F238E27FC236}">
                <a16:creationId xmlns:a16="http://schemas.microsoft.com/office/drawing/2014/main" id="{0FE48320-789E-2A89-C956-BB217C70F1E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95248" y="4763574"/>
            <a:ext cx="418046" cy="418046"/>
          </a:xfrm>
          <a:prstGeom prst="rect">
            <a:avLst/>
          </a:prstGeom>
          <a:solidFill>
            <a:schemeClr val="accent1"/>
          </a:solidFill>
        </p:spPr>
      </p:pic>
      <p:sp>
        <p:nvSpPr>
          <p:cNvPr id="232" name="矩形 231">
            <a:extLst>
              <a:ext uri="{FF2B5EF4-FFF2-40B4-BE49-F238E27FC236}">
                <a16:creationId xmlns:a16="http://schemas.microsoft.com/office/drawing/2014/main" id="{85307EB9-BC27-5B57-6BBB-28F33E8F2E88}"/>
              </a:ext>
            </a:extLst>
          </p:cNvPr>
          <p:cNvSpPr/>
          <p:nvPr/>
        </p:nvSpPr>
        <p:spPr>
          <a:xfrm>
            <a:off x="8925841" y="5251560"/>
            <a:ext cx="754762" cy="309565"/>
          </a:xfrm>
          <a:prstGeom prst="rect">
            <a:avLst/>
          </a:prstGeom>
          <a:solidFill>
            <a:srgbClr val="E6F1F5"/>
          </a:solidFill>
          <a:ln>
            <a:noFill/>
          </a:ln>
          <a:effectLst>
            <a:outerShdw blurRad="50800" dist="50800" dir="5400000" algn="ctr" rotWithShape="0">
              <a:srgbClr val="E6F1F5"/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Thinker Agent</a:t>
            </a:r>
            <a:endParaRPr lang="zh-CN" alt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37" name="直接箭头连接符 236">
            <a:extLst>
              <a:ext uri="{FF2B5EF4-FFF2-40B4-BE49-F238E27FC236}">
                <a16:creationId xmlns:a16="http://schemas.microsoft.com/office/drawing/2014/main" id="{FFF43214-A800-3827-5824-CC74D0EF3FAB}"/>
              </a:ext>
            </a:extLst>
          </p:cNvPr>
          <p:cNvCxnSpPr>
            <a:cxnSpLocks/>
          </p:cNvCxnSpPr>
          <p:nvPr/>
        </p:nvCxnSpPr>
        <p:spPr>
          <a:xfrm>
            <a:off x="9623908" y="1150396"/>
            <a:ext cx="33448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4" name="图形 3" descr="条形图">
            <a:extLst>
              <a:ext uri="{FF2B5EF4-FFF2-40B4-BE49-F238E27FC236}">
                <a16:creationId xmlns:a16="http://schemas.microsoft.com/office/drawing/2014/main" id="{B1EEA6AA-46AC-2888-7CFD-D9B547CE92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992323" y="903026"/>
            <a:ext cx="430303" cy="430303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7F7521F1-7BCB-89CB-D687-89CDABB77317}"/>
              </a:ext>
            </a:extLst>
          </p:cNvPr>
          <p:cNvSpPr/>
          <p:nvPr/>
        </p:nvSpPr>
        <p:spPr>
          <a:xfrm>
            <a:off x="9747780" y="1348818"/>
            <a:ext cx="986081" cy="388620"/>
          </a:xfrm>
          <a:prstGeom prst="rect">
            <a:avLst/>
          </a:prstGeom>
          <a:solidFill>
            <a:srgbClr val="E6F1F5"/>
          </a:solidFill>
          <a:ln>
            <a:noFill/>
          </a:ln>
          <a:effectLst>
            <a:outerShdw blurRad="50800" dist="50800" dir="5400000" algn="ctr" rotWithShape="0">
              <a:srgbClr val="E6F1F5"/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Trust Score</a:t>
            </a:r>
            <a:b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&amp;</a:t>
            </a:r>
            <a:b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Incentive Policy</a:t>
            </a:r>
            <a:endParaRPr lang="zh-CN" altLang="en-US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图形 5" descr="条形图">
            <a:extLst>
              <a:ext uri="{FF2B5EF4-FFF2-40B4-BE49-F238E27FC236}">
                <a16:creationId xmlns:a16="http://schemas.microsoft.com/office/drawing/2014/main" id="{F4B329DD-F51F-81D6-23FF-78DCC6821D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992323" y="1901540"/>
            <a:ext cx="430303" cy="430303"/>
          </a:xfrm>
          <a:prstGeom prst="rect">
            <a:avLst/>
          </a:prstGeom>
        </p:spPr>
      </p:pic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827F1911-D395-FB65-E13D-4831800BAEAF}"/>
              </a:ext>
            </a:extLst>
          </p:cNvPr>
          <p:cNvCxnSpPr>
            <a:cxnSpLocks/>
          </p:cNvCxnSpPr>
          <p:nvPr/>
        </p:nvCxnSpPr>
        <p:spPr>
          <a:xfrm>
            <a:off x="9597104" y="2168546"/>
            <a:ext cx="33448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FE1A4542-D863-3785-35A6-B6BF9C90DDC8}"/>
              </a:ext>
            </a:extLst>
          </p:cNvPr>
          <p:cNvCxnSpPr>
            <a:cxnSpLocks/>
          </p:cNvCxnSpPr>
          <p:nvPr/>
        </p:nvCxnSpPr>
        <p:spPr>
          <a:xfrm>
            <a:off x="9570300" y="3069927"/>
            <a:ext cx="33448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2" name="图形 11" descr="条形图">
            <a:extLst>
              <a:ext uri="{FF2B5EF4-FFF2-40B4-BE49-F238E27FC236}">
                <a16:creationId xmlns:a16="http://schemas.microsoft.com/office/drawing/2014/main" id="{C0B5CED2-8E78-3D5A-6667-570D1D0802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956757" y="2789572"/>
            <a:ext cx="430303" cy="430303"/>
          </a:xfrm>
          <a:prstGeom prst="rect">
            <a:avLst/>
          </a:prstGeom>
        </p:spPr>
      </p:pic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68E9120E-E18E-A2D8-A738-6D7880DE6483}"/>
              </a:ext>
            </a:extLst>
          </p:cNvPr>
          <p:cNvCxnSpPr>
            <a:cxnSpLocks/>
          </p:cNvCxnSpPr>
          <p:nvPr/>
        </p:nvCxnSpPr>
        <p:spPr>
          <a:xfrm>
            <a:off x="9538901" y="3985503"/>
            <a:ext cx="33448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6" name="图形 15" descr="条形图">
            <a:extLst>
              <a:ext uri="{FF2B5EF4-FFF2-40B4-BE49-F238E27FC236}">
                <a16:creationId xmlns:a16="http://schemas.microsoft.com/office/drawing/2014/main" id="{9B3A60D7-FFFA-2F0B-3851-3CE2C599FC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979809" y="3711629"/>
            <a:ext cx="430303" cy="430303"/>
          </a:xfrm>
          <a:prstGeom prst="rect">
            <a:avLst/>
          </a:prstGeom>
        </p:spPr>
      </p:pic>
      <p:pic>
        <p:nvPicPr>
          <p:cNvPr id="18" name="图形 17" descr="条形图">
            <a:extLst>
              <a:ext uri="{FF2B5EF4-FFF2-40B4-BE49-F238E27FC236}">
                <a16:creationId xmlns:a16="http://schemas.microsoft.com/office/drawing/2014/main" id="{D004C305-723D-58F2-9A2A-D500FB5FAB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963424" y="4758078"/>
            <a:ext cx="430303" cy="430303"/>
          </a:xfrm>
          <a:prstGeom prst="rect">
            <a:avLst/>
          </a:prstGeom>
        </p:spPr>
      </p:pic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36F17168-36D5-1FE1-1181-96DD5611ED50}"/>
              </a:ext>
            </a:extLst>
          </p:cNvPr>
          <p:cNvCxnSpPr>
            <a:cxnSpLocks/>
          </p:cNvCxnSpPr>
          <p:nvPr/>
        </p:nvCxnSpPr>
        <p:spPr>
          <a:xfrm>
            <a:off x="9548857" y="5010949"/>
            <a:ext cx="33448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1" name="右大括号 20">
            <a:extLst>
              <a:ext uri="{FF2B5EF4-FFF2-40B4-BE49-F238E27FC236}">
                <a16:creationId xmlns:a16="http://schemas.microsoft.com/office/drawing/2014/main" id="{77B44B69-A151-DC02-4367-0A6DE7632B89}"/>
              </a:ext>
            </a:extLst>
          </p:cNvPr>
          <p:cNvSpPr/>
          <p:nvPr/>
        </p:nvSpPr>
        <p:spPr>
          <a:xfrm>
            <a:off x="10657288" y="1197613"/>
            <a:ext cx="192141" cy="3961458"/>
          </a:xfrm>
          <a:prstGeom prst="rightBrac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3" name="图片 22">
            <a:extLst>
              <a:ext uri="{FF2B5EF4-FFF2-40B4-BE49-F238E27FC236}">
                <a16:creationId xmlns:a16="http://schemas.microsoft.com/office/drawing/2014/main" id="{90CAC86B-3B02-1E7A-4F5C-F7CE3C55BDA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06845" y="2792915"/>
            <a:ext cx="579170" cy="579170"/>
          </a:xfrm>
          <a:prstGeom prst="rect">
            <a:avLst/>
          </a:prstGeom>
          <a:solidFill>
            <a:schemeClr val="accent1"/>
          </a:solidFill>
        </p:spPr>
      </p:pic>
      <p:sp>
        <p:nvSpPr>
          <p:cNvPr id="26" name="矩形 25">
            <a:extLst>
              <a:ext uri="{FF2B5EF4-FFF2-40B4-BE49-F238E27FC236}">
                <a16:creationId xmlns:a16="http://schemas.microsoft.com/office/drawing/2014/main" id="{6C96D9E9-388D-D2CC-548D-0B5A6791BA35}"/>
              </a:ext>
            </a:extLst>
          </p:cNvPr>
          <p:cNvSpPr/>
          <p:nvPr/>
        </p:nvSpPr>
        <p:spPr>
          <a:xfrm>
            <a:off x="10792911" y="3286865"/>
            <a:ext cx="1020769" cy="670322"/>
          </a:xfrm>
          <a:prstGeom prst="rect">
            <a:avLst/>
          </a:prstGeom>
          <a:solidFill>
            <a:srgbClr val="E6F1F5"/>
          </a:solidFill>
          <a:ln>
            <a:noFill/>
          </a:ln>
          <a:effectLst>
            <a:outerShdw blurRad="50800" dist="50800" dir="5400000" algn="ctr" rotWithShape="0">
              <a:srgbClr val="E6F1F5"/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Inferential Conclusion  Agent</a:t>
            </a:r>
            <a:endParaRPr lang="zh-CN" alt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箭头: 下 26">
            <a:extLst>
              <a:ext uri="{FF2B5EF4-FFF2-40B4-BE49-F238E27FC236}">
                <a16:creationId xmlns:a16="http://schemas.microsoft.com/office/drawing/2014/main" id="{99DCE301-DB3E-512B-FF66-F1507DBFFF7F}"/>
              </a:ext>
            </a:extLst>
          </p:cNvPr>
          <p:cNvSpPr/>
          <p:nvPr/>
        </p:nvSpPr>
        <p:spPr>
          <a:xfrm>
            <a:off x="11064699" y="3972004"/>
            <a:ext cx="445713" cy="531366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8" name="图形 27" descr="条形图">
            <a:extLst>
              <a:ext uri="{FF2B5EF4-FFF2-40B4-BE49-F238E27FC236}">
                <a16:creationId xmlns:a16="http://schemas.microsoft.com/office/drawing/2014/main" id="{94E85308-1D87-103A-0155-9F9FCA95D4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692438" y="4416690"/>
            <a:ext cx="1275595" cy="1275595"/>
          </a:xfrm>
          <a:prstGeom prst="rect">
            <a:avLst/>
          </a:prstGeom>
        </p:spPr>
      </p:pic>
      <p:sp>
        <p:nvSpPr>
          <p:cNvPr id="31" name="矩形 30">
            <a:extLst>
              <a:ext uri="{FF2B5EF4-FFF2-40B4-BE49-F238E27FC236}">
                <a16:creationId xmlns:a16="http://schemas.microsoft.com/office/drawing/2014/main" id="{8BA8DC89-7F42-F078-417D-D5C35B46DAEE}"/>
              </a:ext>
            </a:extLst>
          </p:cNvPr>
          <p:cNvSpPr/>
          <p:nvPr/>
        </p:nvSpPr>
        <p:spPr>
          <a:xfrm>
            <a:off x="10591937" y="5608697"/>
            <a:ext cx="1437897" cy="388620"/>
          </a:xfrm>
          <a:prstGeom prst="rect">
            <a:avLst/>
          </a:prstGeom>
          <a:solidFill>
            <a:srgbClr val="E6F1F5"/>
          </a:solidFill>
          <a:ln>
            <a:noFill/>
          </a:ln>
          <a:effectLst>
            <a:outerShdw blurRad="50800" dist="50800" dir="5400000" algn="ctr" rotWithShape="0">
              <a:srgbClr val="E6F1F5"/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Total Trust Score</a:t>
            </a:r>
          </a:p>
          <a:p>
            <a:pPr algn="ctr"/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&amp;</a:t>
            </a:r>
            <a:b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Incentive Policy</a:t>
            </a:r>
            <a:endParaRPr lang="zh-CN" altLang="en-US" sz="12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1E3AC4D7-D098-20F8-CCD4-E51FFB950078}"/>
              </a:ext>
            </a:extLst>
          </p:cNvPr>
          <p:cNvSpPr/>
          <p:nvPr/>
        </p:nvSpPr>
        <p:spPr>
          <a:xfrm>
            <a:off x="9707542" y="2310652"/>
            <a:ext cx="999865" cy="388620"/>
          </a:xfrm>
          <a:prstGeom prst="rect">
            <a:avLst/>
          </a:prstGeom>
          <a:solidFill>
            <a:srgbClr val="E6F1F5"/>
          </a:solidFill>
          <a:ln>
            <a:noFill/>
          </a:ln>
          <a:effectLst>
            <a:outerShdw blurRad="50800" dist="50800" dir="5400000" algn="ctr" rotWithShape="0">
              <a:srgbClr val="E6F1F5"/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Trust Score</a:t>
            </a:r>
            <a:b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&amp;</a:t>
            </a:r>
            <a:b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Incentive Policy</a:t>
            </a:r>
            <a:endParaRPr lang="zh-CN" altLang="en-US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0DA82B4B-3C22-FF38-7EFD-4B9283243D2E}"/>
              </a:ext>
            </a:extLst>
          </p:cNvPr>
          <p:cNvSpPr/>
          <p:nvPr/>
        </p:nvSpPr>
        <p:spPr>
          <a:xfrm>
            <a:off x="9696941" y="3182105"/>
            <a:ext cx="996040" cy="388620"/>
          </a:xfrm>
          <a:prstGeom prst="rect">
            <a:avLst/>
          </a:prstGeom>
          <a:solidFill>
            <a:srgbClr val="E6F1F5"/>
          </a:solidFill>
          <a:ln>
            <a:noFill/>
          </a:ln>
          <a:effectLst>
            <a:outerShdw blurRad="50800" dist="50800" dir="5400000" algn="ctr" rotWithShape="0">
              <a:srgbClr val="E6F1F5"/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Trust Score</a:t>
            </a:r>
            <a:b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&amp;</a:t>
            </a:r>
            <a:b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Incentive Policy</a:t>
            </a:r>
            <a:endParaRPr lang="zh-CN" altLang="en-US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17FDFF1-6246-8B3B-0757-FCBE669E4538}"/>
              </a:ext>
            </a:extLst>
          </p:cNvPr>
          <p:cNvSpPr/>
          <p:nvPr/>
        </p:nvSpPr>
        <p:spPr>
          <a:xfrm>
            <a:off x="9696398" y="4122467"/>
            <a:ext cx="996040" cy="388620"/>
          </a:xfrm>
          <a:prstGeom prst="rect">
            <a:avLst/>
          </a:prstGeom>
          <a:solidFill>
            <a:srgbClr val="E6F1F5"/>
          </a:solidFill>
          <a:ln>
            <a:noFill/>
          </a:ln>
          <a:effectLst>
            <a:outerShdw blurRad="50800" dist="50800" dir="5400000" algn="ctr" rotWithShape="0">
              <a:srgbClr val="E6F1F5"/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Trust Score</a:t>
            </a:r>
            <a:b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&amp;</a:t>
            </a:r>
            <a:b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Incentive Policy</a:t>
            </a:r>
            <a:endParaRPr lang="zh-CN" altLang="en-US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73769952-F07F-AAD4-2014-B8C0B3562A99}"/>
              </a:ext>
            </a:extLst>
          </p:cNvPr>
          <p:cNvSpPr/>
          <p:nvPr/>
        </p:nvSpPr>
        <p:spPr>
          <a:xfrm>
            <a:off x="9711252" y="5185263"/>
            <a:ext cx="996040" cy="388620"/>
          </a:xfrm>
          <a:prstGeom prst="rect">
            <a:avLst/>
          </a:prstGeom>
          <a:solidFill>
            <a:srgbClr val="E6F1F5"/>
          </a:solidFill>
          <a:ln>
            <a:noFill/>
          </a:ln>
          <a:effectLst>
            <a:outerShdw blurRad="50800" dist="50800" dir="5400000" algn="ctr" rotWithShape="0">
              <a:srgbClr val="E6F1F5"/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Trust Score</a:t>
            </a:r>
            <a:b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&amp;</a:t>
            </a:r>
            <a:b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Incentive Policy</a:t>
            </a:r>
            <a:endParaRPr lang="zh-CN" altLang="en-US" sz="8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箭头: 上弧形 57">
            <a:extLst>
              <a:ext uri="{FF2B5EF4-FFF2-40B4-BE49-F238E27FC236}">
                <a16:creationId xmlns:a16="http://schemas.microsoft.com/office/drawing/2014/main" id="{3E875006-C994-45A1-E5EE-C516260184CA}"/>
              </a:ext>
            </a:extLst>
          </p:cNvPr>
          <p:cNvSpPr/>
          <p:nvPr/>
        </p:nvSpPr>
        <p:spPr>
          <a:xfrm rot="10800000">
            <a:off x="2173636" y="6148723"/>
            <a:ext cx="9153190" cy="548285"/>
          </a:xfrm>
          <a:prstGeom prst="curvedDownArrow">
            <a:avLst>
              <a:gd name="adj1" fmla="val 13450"/>
              <a:gd name="adj2" fmla="val 50000"/>
              <a:gd name="adj3" fmla="val 25000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E967DC4-6E15-2E8D-F2CD-420AE4F3ECB3}"/>
              </a:ext>
            </a:extLst>
          </p:cNvPr>
          <p:cNvSpPr txBox="1"/>
          <p:nvPr/>
        </p:nvSpPr>
        <p:spPr>
          <a:xfrm>
            <a:off x="6076945" y="6304003"/>
            <a:ext cx="1738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Status Update </a:t>
            </a:r>
            <a:endParaRPr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41295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694876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4153</TotalTime>
  <Words>228</Words>
  <Application>Microsoft Office PowerPoint</Application>
  <PresentationFormat>宽屏</PresentationFormat>
  <Paragraphs>85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主题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ioranger</dc:creator>
  <cp:lastModifiedBy>JL KANG</cp:lastModifiedBy>
  <cp:revision>8</cp:revision>
  <dcterms:created xsi:type="dcterms:W3CDTF">2026-01-23T12:25:26Z</dcterms:created>
  <dcterms:modified xsi:type="dcterms:W3CDTF">2026-04-07T12:37:10Z</dcterms:modified>
</cp:coreProperties>
</file>